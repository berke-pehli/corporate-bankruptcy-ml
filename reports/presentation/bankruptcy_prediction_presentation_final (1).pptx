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60" r:id="rId1"/>
  </p:sldMasterIdLst>
  <p:notesMasterIdLst>
    <p:notesMasterId r:id="rId7"/>
  </p:notesMasterIdLst>
  <p:sldIdLst>
    <p:sldId id="256" r:id="rId101"/>
    <p:sldId id="257" r:id="rId102"/>
    <p:sldId id="258" r:id="rId103"/>
    <p:sldId id="259" r:id="rId104"/>
    <p:sldId id="260" r:id="rId105"/>
    <p:sldId id="261" r:id="rId106"/>
    <p:sldId id="262" r:id="rId107"/>
    <p:sldId id="263" r:id="rId108"/>
    <p:sldId id="264" r:id="rId109"/>
    <p:sldId id="265" r:id="rId110"/>
    <p:sldId id="266" r:id="rId111"/>
    <p:sldId id="267" r:id="rId112"/>
    <p:sldId id="268" r:id="rId113"/>
    <p:sldId id="269" r:id="rId20"/>
    <p:sldId id="270" r:id="rId21"/>
    <p:sldId id="271" r:id="rId22"/>
    <p:sldId id="272" r:id="rId23"/>
    <p:sldId id="273" r:id="rId24"/>
  </p:sldIdLst>
  <p:sldSz cx="12191999"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B9BA5D-222A-46E0-8F3D-3380F591A716}" type="datetimeFigureOut">
              <a:rPr lang="en-US" smtClean="0"/>
              <a:t>9/25/2023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03CC69-961E-40A7-B8F7-78879096EE56}" type="slidenum">
              <a:rPr lang="en-US" smtClean="0"/>
              <a:t>‹#›</a:t>
            </a:fld>
            <a:endParaRPr lang="en-US"/>
          </a:p>
        </p:txBody>
      </p:sp>
    </p:spTree>
    <p:extLst>
      <p:ext uri="{BB962C8B-B14F-4D97-AF65-F5344CB8AC3E}">
        <p14:creationId xmlns:p14="http://schemas.microsoft.com/office/powerpoint/2010/main" val="1836251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latin typeface="Calibri"/>
                <a:cs typeface="Calibri"/>
              </a:rPr>
              <a:t>Timing note: 0.5 minutes.</a:t>
            </a:r>
          </a:p>
          <a:p>
            <a:r>
              <a:rPr lang="en-US" sz="1200">
                <a:solidFill>
                  <a:srgbClr val="000000"/>
                </a:solidFill>
                <a:latin typeface="Calibri"/>
                <a:cs typeface="Calibri"/>
              </a:rPr>
              <a:t>Good morning. In this presentation I compare interpretable Logistic Regression with tree-based machine-learning models for identifying failed company-year observations. The focus is not only on accuracy. The main question is how well the models detect failures, and how many false alarms they create in the process.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latin typeface="Calibri"/>
                <a:cs typeface="Calibri"/>
              </a:rPr>
              <a:t>Timing note: 1.5 minutes.</a:t>
            </a:r>
          </a:p>
          <a:p>
            <a:r>
              <a:rPr lang="en-US" sz="1200">
                <a:solidFill>
                  <a:srgbClr val="000000"/>
                </a:solidFill>
                <a:latin typeface="Calibri"/>
                <a:cs typeface="Calibri"/>
              </a:rPr>
              <a:t>Bankruptcy screening matters because financial distress can create losses for lenders, investors, auditors, suppliers, and other stakeholders. Financial statements may contain useful warning signals, but the task is difficult because failed observations are rare. A model can therefore look accurate if it mostly predicts the alive class, even when it detects no failures. This project compares different model types instead of claiming one universal winner. The exact research question is: How effectively can interpretable and tree-based machine-learning models distinguish failed from alive company-year observations for previously unseen companies, and what trade-offs arise between failure detection and false alarms?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latin typeface="Calibri"/>
                <a:cs typeface="Calibri"/>
              </a:rPr>
              <a:t>Timing note: 1.5 minutes.</a:t>
            </a:r>
          </a:p>
          <a:p>
            <a:r>
              <a:rPr lang="en-US" sz="1200">
                <a:solidFill>
                  <a:srgbClr val="000000"/>
                </a:solidFill>
                <a:latin typeface="Calibri"/>
                <a:cs typeface="Calibri"/>
              </a:rPr>
              <a:t>The unit of observation is a company-year. This means that one row represents one company in one year, and the same company can appear in several years. The full sample contains 78,682 observations from 8,971 American companies between 1999 and 2018. The target is binary: alive or failed. Failed observations are the minority class, with only 6.63 percent of the sample. This imbalance is the reason why later slides focus on precision-recall performance, failed-class recall, and F1-score. Accuracy alone is not enough, because a majority-only model can achieve high accuracy while missing every failed observation.</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sz="1200">
                <a:solidFill>
                  <a:srgbClr val="000000"/>
                </a:solidFill>
                <a:latin typeface="Exo 2"/>
                <a:cs typeface="Exo 2"/>
              </a:rPr>
              <a:t>Timing note: 1.5 minutes. The project uses a company-level split because the same firm can appear in several years. If I split rows randomly, observations from one company could appear in both training and test data. That would make the evaluation too optimistic, because the model could partly learn company-specific patterns. Instead, all observations from one company stay on one side of each split. The training companies are then split again into model-fitting and validation samples. The validation sample is used for model selection and threshold analysis. The final test set remains untouched until the end. This design tests whether the models generalize to previously unseen companies. It is important to say that this is not a chronological forecast. The test companies can come from overlapping calendar years, so the project studies out-of-company generalization rather than future-period prediction.</a:t>
            </a:r>
          </a:p>
          <a:p>
            <a:pPr algn="l"/>
            <a:r>
              <a:rPr lang="en-US" sz="1200">
                <a:solidFill>
                  <a:srgbClr val="000000"/>
                </a:solidFill>
                <a:latin typeface="Exo 2"/>
                <a:cs typeface="Exo 2"/>
              </a:rPr>
              <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sz="1200">
                <a:solidFill>
                  <a:srgbClr val="000000"/>
                </a:solidFill>
                <a:latin typeface="Exo 2"/>
                <a:cs typeface="Exo 2"/>
              </a:rPr>
              <a:t>Timing note: 1.5 minutes. The model comparison starts with a majority baseline. It always predicts the alive class, so it is useful for showing why accuracy can be misleading. Logistic Regression is the main interpretable benchmark because its coefficients can be connected to financial variables. I also test L1 and L2 regularized versions to include the course topic of regularization. The tree-based models add flexibility. A Decision Tree is simple but can be unstable. Random Forest averages many trees, while Gradient Boosting builds trees sequentially. Gradient Boosting was selected by validation PR-AUC. PCA with Logistic Regression is included as an extension, not as the main model. Its purpose is to test whether the financial variables can be compressed without losing much predictive information. The key point is that model choice depends on the objective.</a:t>
            </a:r>
          </a:p>
          <a:p>
            <a:pPr algn="l"/>
            <a:r>
              <a:rPr lang="en-US" sz="1200">
                <a:solidFill>
                  <a:srgbClr val="000000"/>
                </a:solidFill>
                <a:latin typeface="Exo 2"/>
                <a:cs typeface="Exo 2"/>
              </a:rPr>
              <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a:r>
              <a:rPr lang="en-US" sz="1200">
                <a:solidFill>
                  <a:srgbClr val="000000"/>
                </a:solidFill>
                <a:latin typeface="Exo 2"/>
                <a:cs typeface="Exo 2"/>
              </a:rPr>
              <a:t>Timing note: 1.5 minutes. Ordinary accuracy is not enough in this project because failed observations are rare. A model can classify most alive observations correctly and still miss the failed class. Recall tells us how many actual failures are detected, which matters for screening. Precision tells us how many failure alerts are correct, which matters because false alarms create review costs. F1 combines precision and recall into one operating-point measure. PR-AUC measures ranking quality for the failed class across thresholds, and in the project outputs it is scikit-learn average precision. Balanced accuracy is a secondary metric because it gives equal weight to both classes. Thresholds are treated separately. Lower thresholds usually detect more failures, but they also create more false alarms. The threshold scenarios use validation predictions only; the main final-test comparison keeps the default prediction rule.</a:t>
            </a:r>
          </a:p>
          <a:p>
            <a:pPr algn="l"/>
            <a:r>
              <a:rPr lang="en-US" sz="1200">
                <a:solidFill>
                  <a:srgbClr val="000000"/>
                </a:solidFill>
                <a:latin typeface="Exo 2"/>
                <a:cs typeface="Exo 2"/>
              </a:rPr>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Timing note: 2.0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Timing note: 2.0 minutes.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Timing note: 1.5 minutes.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Timing note: 1.75 minutes.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Timing note: 1.25 minutes.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Timing note: 2.0 minutes.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a:solidFill>
                  <a:srgbClr val="000000"/>
                </a:solidFill>
              </a:rPr>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bg>
      <p:bgPr>
        <a:solidFill>
          <a:schemeClr val="bg1"/>
        </a:solidFill>
        <a:effectLst/>
      </p:bgPr>
    </p:bg>
    <p:spTree>
      <p:nvGrpSpPr>
        <p:cNvPr id="1" name=""/>
        <p:cNvGrpSpPr/>
        <p:nvPr/>
      </p:nvGrpSpPr>
      <p:grpSpPr>
        <a:xfrm>
          <a:off x="0" y="0"/>
          <a:ext cx="0" cy="0"/>
          <a:chOff x="0" y="0"/>
          <a:chExt cx="0" cy="0"/>
        </a:xfrm>
      </p:grpSpPr>
      <p:grpSp>
        <p:nvGrpSpPr>
          <p:cNvPr id="28" name="Gruppieren 27"/>
          <p:cNvGrpSpPr>
            <a:grpSpLocks noChangeAspect="1"/>
          </p:cNvGrpSpPr>
          <p:nvPr userDrawn="1"/>
        </p:nvGrpSpPr>
        <p:grpSpPr>
          <a:xfrm>
            <a:off x="4997700" y="1"/>
            <a:ext cx="7202471" cy="6858000"/>
            <a:chOff x="3778209" y="0"/>
            <a:chExt cx="5444993" cy="5184775"/>
          </a:xfrm>
        </p:grpSpPr>
        <p:pic>
          <p:nvPicPr>
            <p:cNvPr id="29" name="Grafik 2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778209" y="0"/>
              <a:ext cx="5444993" cy="5184775"/>
            </a:xfrm>
            <a:prstGeom prst="rect">
              <a:avLst/>
            </a:prstGeom>
          </p:spPr>
        </p:pic>
        <p:pic>
          <p:nvPicPr>
            <p:cNvPr id="30" name="Grafik 2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060771" y="1620454"/>
              <a:ext cx="1975907" cy="2653200"/>
            </a:xfrm>
            <a:prstGeom prst="rect">
              <a:avLst/>
            </a:prstGeom>
          </p:spPr>
        </p:pic>
      </p:grpSp>
      <p:sp>
        <p:nvSpPr>
          <p:cNvPr id="2" name="Titel 1"/>
          <p:cNvSpPr>
            <a:spLocks noGrp="1"/>
          </p:cNvSpPr>
          <p:nvPr userDrawn="1">
            <p:ph type="ctrTitle"/>
          </p:nvPr>
        </p:nvSpPr>
        <p:spPr>
          <a:xfrm>
            <a:off x="1715346" y="2095720"/>
            <a:ext cx="6666759" cy="476179"/>
          </a:xfrm>
        </p:spPr>
        <p:txBody>
          <a:bodyPr wrap="none" bIns="0" anchor="b" anchorCtr="0"/>
          <a:lstStyle>
            <a:lvl1pPr>
              <a:lnSpc>
                <a:spcPts val="3174"/>
              </a:lnSpc>
              <a:defRPr sz="3174" cap="all" baseline="0">
                <a:solidFill>
                  <a:schemeClr val="accent1"/>
                </a:solidFill>
                <a:latin typeface="+mj-lt"/>
              </a:defRPr>
            </a:lvl1pPr>
          </a:lstStyle>
          <a:p>
            <a:r>
              <a:rPr lang="de-DE"/>
              <a:t>Titelmasterformat durch Klicken bearbeiten</a:t>
            </a:r>
            <a:endParaRPr lang="de-DE" dirty="0"/>
          </a:p>
        </p:txBody>
      </p:sp>
      <p:sp>
        <p:nvSpPr>
          <p:cNvPr id="3" name="Untertitel 2"/>
          <p:cNvSpPr>
            <a:spLocks noGrp="1"/>
          </p:cNvSpPr>
          <p:nvPr userDrawn="1">
            <p:ph type="subTitle" idx="1"/>
          </p:nvPr>
        </p:nvSpPr>
        <p:spPr>
          <a:xfrm>
            <a:off x="1715346" y="2571782"/>
            <a:ext cx="6666759" cy="2476130"/>
          </a:xfrm>
        </p:spPr>
        <p:txBody>
          <a:bodyPr tIns="0" bIns="0"/>
          <a:lstStyle>
            <a:lvl1pPr marL="0" indent="0" algn="l">
              <a:lnSpc>
                <a:spcPts val="4762"/>
              </a:lnSpc>
              <a:spcBef>
                <a:spcPts val="0"/>
              </a:spcBef>
              <a:spcAft>
                <a:spcPts val="0"/>
              </a:spcAft>
              <a:buNone/>
              <a:defRPr sz="4233" cap="all" baseline="0">
                <a:solidFill>
                  <a:schemeClr val="accent2"/>
                </a:solidFill>
                <a:latin typeface="Exo 2 Semi Bold" pitchFamily="50" charset="0"/>
              </a:defRPr>
            </a:lvl1pPr>
            <a:lvl2pPr marL="604738" indent="0" algn="ctr">
              <a:buNone/>
              <a:defRPr>
                <a:solidFill>
                  <a:schemeClr val="tx1">
                    <a:tint val="75000"/>
                  </a:schemeClr>
                </a:solidFill>
              </a:defRPr>
            </a:lvl2pPr>
            <a:lvl3pPr marL="1209477" indent="0" algn="ctr">
              <a:buNone/>
              <a:defRPr>
                <a:solidFill>
                  <a:schemeClr val="tx1">
                    <a:tint val="75000"/>
                  </a:schemeClr>
                </a:solidFill>
              </a:defRPr>
            </a:lvl3pPr>
            <a:lvl4pPr marL="1814215" indent="0" algn="ctr">
              <a:buNone/>
              <a:defRPr>
                <a:solidFill>
                  <a:schemeClr val="tx1">
                    <a:tint val="75000"/>
                  </a:schemeClr>
                </a:solidFill>
              </a:defRPr>
            </a:lvl4pPr>
            <a:lvl5pPr marL="2418954" indent="0" algn="ctr">
              <a:buNone/>
              <a:defRPr>
                <a:solidFill>
                  <a:schemeClr val="tx1">
                    <a:tint val="75000"/>
                  </a:schemeClr>
                </a:solidFill>
              </a:defRPr>
            </a:lvl5pPr>
            <a:lvl6pPr marL="3023692" indent="0" algn="ctr">
              <a:buNone/>
              <a:defRPr>
                <a:solidFill>
                  <a:schemeClr val="tx1">
                    <a:tint val="75000"/>
                  </a:schemeClr>
                </a:solidFill>
              </a:defRPr>
            </a:lvl6pPr>
            <a:lvl7pPr marL="3628431" indent="0" algn="ctr">
              <a:buNone/>
              <a:defRPr>
                <a:solidFill>
                  <a:schemeClr val="tx1">
                    <a:tint val="75000"/>
                  </a:schemeClr>
                </a:solidFill>
              </a:defRPr>
            </a:lvl7pPr>
            <a:lvl8pPr marL="4233169" indent="0" algn="ctr">
              <a:buNone/>
              <a:defRPr>
                <a:solidFill>
                  <a:schemeClr val="tx1">
                    <a:tint val="75000"/>
                  </a:schemeClr>
                </a:solidFill>
              </a:defRPr>
            </a:lvl8pPr>
            <a:lvl9pPr marL="4837908" indent="0" algn="ctr">
              <a:buNone/>
              <a:defRPr>
                <a:solidFill>
                  <a:schemeClr val="tx1">
                    <a:tint val="75000"/>
                  </a:schemeClr>
                </a:solidFill>
              </a:defRPr>
            </a:lvl9pPr>
          </a:lstStyle>
          <a:p>
            <a:r>
              <a:rPr lang="de-DE"/>
              <a:t>Formatvorlage des Untertitelmasters durch Klicken bearbeiten</a:t>
            </a:r>
            <a:endParaRPr lang="de-DE" dirty="0"/>
          </a:p>
        </p:txBody>
      </p:sp>
      <p:grpSp>
        <p:nvGrpSpPr>
          <p:cNvPr id="70" name="Gruppieren 69"/>
          <p:cNvGrpSpPr>
            <a:grpSpLocks noChangeAspect="1"/>
          </p:cNvGrpSpPr>
          <p:nvPr userDrawn="1"/>
        </p:nvGrpSpPr>
        <p:grpSpPr>
          <a:xfrm>
            <a:off x="381001" y="381211"/>
            <a:ext cx="2230875" cy="857122"/>
            <a:chOff x="7081838" y="144463"/>
            <a:chExt cx="1871662" cy="719137"/>
          </a:xfrm>
        </p:grpSpPr>
        <p:sp>
          <p:nvSpPr>
            <p:cNvPr id="71" name="AutoShape 3"/>
            <p:cNvSpPr>
              <a:spLocks noChangeAspect="1" noChangeArrowheads="1" noTextEdit="1"/>
            </p:cNvSpPr>
            <p:nvPr userDrawn="1"/>
          </p:nvSpPr>
          <p:spPr bwMode="auto">
            <a:xfrm>
              <a:off x="7081838" y="144463"/>
              <a:ext cx="1871662"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72" name="Freeform 5"/>
            <p:cNvSpPr>
              <a:spLocks/>
            </p:cNvSpPr>
            <p:nvPr userDrawn="1"/>
          </p:nvSpPr>
          <p:spPr bwMode="auto">
            <a:xfrm>
              <a:off x="8216900" y="144463"/>
              <a:ext cx="455612" cy="392112"/>
            </a:xfrm>
            <a:custGeom>
              <a:avLst/>
              <a:gdLst>
                <a:gd name="T0" fmla="*/ 944 w 1277"/>
                <a:gd name="T1" fmla="*/ 552 h 1104"/>
                <a:gd name="T2" fmla="*/ 1277 w 1277"/>
                <a:gd name="T3" fmla="*/ 0 h 1104"/>
                <a:gd name="T4" fmla="*/ 0 w 1277"/>
                <a:gd name="T5" fmla="*/ 0 h 1104"/>
                <a:gd name="T6" fmla="*/ 0 w 1277"/>
                <a:gd name="T7" fmla="*/ 1104 h 1104"/>
                <a:gd name="T8" fmla="*/ 944 w 1277"/>
                <a:gd name="T9" fmla="*/ 552 h 1104"/>
              </a:gdLst>
              <a:ahLst/>
              <a:cxnLst>
                <a:cxn ang="0">
                  <a:pos x="T0" y="T1"/>
                </a:cxn>
                <a:cxn ang="0">
                  <a:pos x="T2" y="T3"/>
                </a:cxn>
                <a:cxn ang="0">
                  <a:pos x="T4" y="T5"/>
                </a:cxn>
                <a:cxn ang="0">
                  <a:pos x="T6" y="T7"/>
                </a:cxn>
                <a:cxn ang="0">
                  <a:pos x="T8" y="T9"/>
                </a:cxn>
              </a:cxnLst>
              <a:rect l="0" t="0" r="r" b="b"/>
              <a:pathLst>
                <a:path w="1277" h="1104">
                  <a:moveTo>
                    <a:pt x="944" y="552"/>
                  </a:moveTo>
                  <a:cubicBezTo>
                    <a:pt x="1110" y="357"/>
                    <a:pt x="1203" y="197"/>
                    <a:pt x="1277" y="0"/>
                  </a:cubicBezTo>
                  <a:lnTo>
                    <a:pt x="0" y="0"/>
                  </a:lnTo>
                  <a:lnTo>
                    <a:pt x="0" y="1104"/>
                  </a:lnTo>
                  <a:cubicBezTo>
                    <a:pt x="253" y="1070"/>
                    <a:pt x="607" y="949"/>
                    <a:pt x="944" y="552"/>
                  </a:cubicBezTo>
                  <a:close/>
                </a:path>
              </a:pathLst>
            </a:custGeom>
            <a:solidFill>
              <a:srgbClr val="07529A"/>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73" name="Rectangle 6"/>
            <p:cNvSpPr>
              <a:spLocks noChangeArrowheads="1"/>
            </p:cNvSpPr>
            <p:nvPr userDrawn="1"/>
          </p:nvSpPr>
          <p:spPr bwMode="auto">
            <a:xfrm>
              <a:off x="8216900" y="654050"/>
              <a:ext cx="714375" cy="200025"/>
            </a:xfrm>
            <a:prstGeom prst="rect">
              <a:avLst/>
            </a:prstGeom>
            <a:solidFill>
              <a:srgbClr val="EAB90C"/>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74" name="Freeform 7"/>
            <p:cNvSpPr>
              <a:spLocks/>
            </p:cNvSpPr>
            <p:nvPr userDrawn="1"/>
          </p:nvSpPr>
          <p:spPr bwMode="auto">
            <a:xfrm>
              <a:off x="8216900" y="144463"/>
              <a:ext cx="714375" cy="477837"/>
            </a:xfrm>
            <a:custGeom>
              <a:avLst/>
              <a:gdLst>
                <a:gd name="T0" fmla="*/ 2000 w 2000"/>
                <a:gd name="T1" fmla="*/ 0 h 1349"/>
                <a:gd name="T2" fmla="*/ 1361 w 2000"/>
                <a:gd name="T3" fmla="*/ 0 h 1349"/>
                <a:gd name="T4" fmla="*/ 992 w 2000"/>
                <a:gd name="T5" fmla="*/ 627 h 1349"/>
                <a:gd name="T6" fmla="*/ 0 w 2000"/>
                <a:gd name="T7" fmla="*/ 1193 h 1349"/>
                <a:gd name="T8" fmla="*/ 0 w 2000"/>
                <a:gd name="T9" fmla="*/ 1349 h 1349"/>
                <a:gd name="T10" fmla="*/ 2000 w 2000"/>
                <a:gd name="T11" fmla="*/ 1349 h 1349"/>
                <a:gd name="T12" fmla="*/ 2000 w 2000"/>
                <a:gd name="T13" fmla="*/ 0 h 1349"/>
              </a:gdLst>
              <a:ahLst/>
              <a:cxnLst>
                <a:cxn ang="0">
                  <a:pos x="T0" y="T1"/>
                </a:cxn>
                <a:cxn ang="0">
                  <a:pos x="T2" y="T3"/>
                </a:cxn>
                <a:cxn ang="0">
                  <a:pos x="T4" y="T5"/>
                </a:cxn>
                <a:cxn ang="0">
                  <a:pos x="T6" y="T7"/>
                </a:cxn>
                <a:cxn ang="0">
                  <a:pos x="T8" y="T9"/>
                </a:cxn>
                <a:cxn ang="0">
                  <a:pos x="T10" y="T11"/>
                </a:cxn>
                <a:cxn ang="0">
                  <a:pos x="T12" y="T13"/>
                </a:cxn>
              </a:cxnLst>
              <a:rect l="0" t="0"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75" name="Freeform 8"/>
            <p:cNvSpPr>
              <a:spLocks noEditPoints="1"/>
            </p:cNvSpPr>
            <p:nvPr userDrawn="1"/>
          </p:nvSpPr>
          <p:spPr bwMode="auto">
            <a:xfrm>
              <a:off x="8250238" y="690563"/>
              <a:ext cx="95250" cy="131762"/>
            </a:xfrm>
            <a:custGeom>
              <a:avLst/>
              <a:gdLst>
                <a:gd name="T0" fmla="*/ 134 w 264"/>
                <a:gd name="T1" fmla="*/ 318 h 371"/>
                <a:gd name="T2" fmla="*/ 198 w 264"/>
                <a:gd name="T3" fmla="*/ 265 h 371"/>
                <a:gd name="T4" fmla="*/ 132 w 264"/>
                <a:gd name="T5" fmla="*/ 203 h 371"/>
                <a:gd name="T6" fmla="*/ 65 w 264"/>
                <a:gd name="T7" fmla="*/ 203 h 371"/>
                <a:gd name="T8" fmla="*/ 65 w 264"/>
                <a:gd name="T9" fmla="*/ 318 h 371"/>
                <a:gd name="T10" fmla="*/ 134 w 264"/>
                <a:gd name="T11" fmla="*/ 318 h 371"/>
                <a:gd name="T12" fmla="*/ 65 w 264"/>
                <a:gd name="T13" fmla="*/ 53 h 371"/>
                <a:gd name="T14" fmla="*/ 65 w 264"/>
                <a:gd name="T15" fmla="*/ 155 h 371"/>
                <a:gd name="T16" fmla="*/ 131 w 264"/>
                <a:gd name="T17" fmla="*/ 155 h 371"/>
                <a:gd name="T18" fmla="*/ 190 w 264"/>
                <a:gd name="T19" fmla="*/ 103 h 371"/>
                <a:gd name="T20" fmla="*/ 126 w 264"/>
                <a:gd name="T21" fmla="*/ 53 h 371"/>
                <a:gd name="T22" fmla="*/ 65 w 264"/>
                <a:gd name="T23" fmla="*/ 53 h 371"/>
                <a:gd name="T24" fmla="*/ 191 w 264"/>
                <a:gd name="T25" fmla="*/ 180 h 371"/>
                <a:gd name="T26" fmla="*/ 264 w 264"/>
                <a:gd name="T27" fmla="*/ 277 h 371"/>
                <a:gd name="T28" fmla="*/ 145 w 264"/>
                <a:gd name="T29" fmla="*/ 371 h 371"/>
                <a:gd name="T30" fmla="*/ 0 w 264"/>
                <a:gd name="T31" fmla="*/ 367 h 371"/>
                <a:gd name="T32" fmla="*/ 0 w 264"/>
                <a:gd name="T33" fmla="*/ 4 h 371"/>
                <a:gd name="T34" fmla="*/ 129 w 264"/>
                <a:gd name="T35" fmla="*/ 0 h 371"/>
                <a:gd name="T36" fmla="*/ 253 w 264"/>
                <a:gd name="T37" fmla="*/ 95 h 371"/>
                <a:gd name="T38" fmla="*/ 191 w 264"/>
                <a:gd name="T39" fmla="*/ 178 h 371"/>
                <a:gd name="T40" fmla="*/ 191 w 264"/>
                <a:gd name="T41"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4" h="371">
                  <a:moveTo>
                    <a:pt x="134" y="318"/>
                  </a:moveTo>
                  <a:cubicBezTo>
                    <a:pt x="183" y="318"/>
                    <a:pt x="198" y="308"/>
                    <a:pt x="198" y="265"/>
                  </a:cubicBezTo>
                  <a:cubicBezTo>
                    <a:pt x="198" y="216"/>
                    <a:pt x="182" y="204"/>
                    <a:pt x="132" y="203"/>
                  </a:cubicBezTo>
                  <a:lnTo>
                    <a:pt x="65" y="203"/>
                  </a:lnTo>
                  <a:lnTo>
                    <a:pt x="65" y="318"/>
                  </a:lnTo>
                  <a:lnTo>
                    <a:pt x="134" y="318"/>
                  </a:lnTo>
                  <a:close/>
                  <a:moveTo>
                    <a:pt x="65" y="53"/>
                  </a:moveTo>
                  <a:lnTo>
                    <a:pt x="65" y="155"/>
                  </a:lnTo>
                  <a:lnTo>
                    <a:pt x="131" y="155"/>
                  </a:lnTo>
                  <a:cubicBezTo>
                    <a:pt x="175" y="155"/>
                    <a:pt x="190" y="145"/>
                    <a:pt x="190" y="103"/>
                  </a:cubicBezTo>
                  <a:cubicBezTo>
                    <a:pt x="190" y="63"/>
                    <a:pt x="174" y="53"/>
                    <a:pt x="126" y="53"/>
                  </a:cubicBezTo>
                  <a:lnTo>
                    <a:pt x="65" y="53"/>
                  </a:lnTo>
                  <a:close/>
                  <a:moveTo>
                    <a:pt x="191" y="180"/>
                  </a:moveTo>
                  <a:cubicBezTo>
                    <a:pt x="245" y="185"/>
                    <a:pt x="264" y="219"/>
                    <a:pt x="264" y="277"/>
                  </a:cubicBezTo>
                  <a:cubicBezTo>
                    <a:pt x="264" y="351"/>
                    <a:pt x="230" y="371"/>
                    <a:pt x="145" y="371"/>
                  </a:cubicBezTo>
                  <a:cubicBezTo>
                    <a:pt x="79" y="371"/>
                    <a:pt x="44" y="371"/>
                    <a:pt x="0" y="367"/>
                  </a:cubicBezTo>
                  <a:lnTo>
                    <a:pt x="0" y="4"/>
                  </a:lnTo>
                  <a:cubicBezTo>
                    <a:pt x="39" y="1"/>
                    <a:pt x="71" y="0"/>
                    <a:pt x="129" y="0"/>
                  </a:cubicBezTo>
                  <a:cubicBezTo>
                    <a:pt x="220" y="0"/>
                    <a:pt x="253" y="20"/>
                    <a:pt x="253" y="95"/>
                  </a:cubicBezTo>
                  <a:cubicBezTo>
                    <a:pt x="253" y="147"/>
                    <a:pt x="235" y="174"/>
                    <a:pt x="191" y="178"/>
                  </a:cubicBezTo>
                  <a:lnTo>
                    <a:pt x="191" y="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76" name="Freeform 9"/>
            <p:cNvSpPr>
              <a:spLocks noEditPoints="1"/>
            </p:cNvSpPr>
            <p:nvPr userDrawn="1"/>
          </p:nvSpPr>
          <p:spPr bwMode="auto">
            <a:xfrm>
              <a:off x="8364538" y="688975"/>
              <a:ext cx="106362" cy="133350"/>
            </a:xfrm>
            <a:custGeom>
              <a:avLst/>
              <a:gdLst>
                <a:gd name="T0" fmla="*/ 69 w 299"/>
                <a:gd name="T1" fmla="*/ 188 h 376"/>
                <a:gd name="T2" fmla="*/ 149 w 299"/>
                <a:gd name="T3" fmla="*/ 320 h 376"/>
                <a:gd name="T4" fmla="*/ 230 w 299"/>
                <a:gd name="T5" fmla="*/ 188 h 376"/>
                <a:gd name="T6" fmla="*/ 149 w 299"/>
                <a:gd name="T7" fmla="*/ 56 h 376"/>
                <a:gd name="T8" fmla="*/ 69 w 299"/>
                <a:gd name="T9" fmla="*/ 188 h 376"/>
                <a:gd name="T10" fmla="*/ 299 w 299"/>
                <a:gd name="T11" fmla="*/ 188 h 376"/>
                <a:gd name="T12" fmla="*/ 149 w 299"/>
                <a:gd name="T13" fmla="*/ 376 h 376"/>
                <a:gd name="T14" fmla="*/ 0 w 299"/>
                <a:gd name="T15" fmla="*/ 188 h 376"/>
                <a:gd name="T16" fmla="*/ 149 w 299"/>
                <a:gd name="T17" fmla="*/ 0 h 376"/>
                <a:gd name="T18" fmla="*/ 299 w 299"/>
                <a:gd name="T19" fmla="*/ 18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9" h="376">
                  <a:moveTo>
                    <a:pt x="69" y="188"/>
                  </a:moveTo>
                  <a:cubicBezTo>
                    <a:pt x="69" y="289"/>
                    <a:pt x="88" y="320"/>
                    <a:pt x="149" y="320"/>
                  </a:cubicBezTo>
                  <a:cubicBezTo>
                    <a:pt x="211" y="320"/>
                    <a:pt x="230" y="289"/>
                    <a:pt x="230" y="188"/>
                  </a:cubicBezTo>
                  <a:cubicBezTo>
                    <a:pt x="230" y="87"/>
                    <a:pt x="211" y="56"/>
                    <a:pt x="149" y="56"/>
                  </a:cubicBezTo>
                  <a:cubicBezTo>
                    <a:pt x="88" y="56"/>
                    <a:pt x="69" y="87"/>
                    <a:pt x="69" y="188"/>
                  </a:cubicBezTo>
                  <a:close/>
                  <a:moveTo>
                    <a:pt x="299" y="188"/>
                  </a:moveTo>
                  <a:cubicBezTo>
                    <a:pt x="299" y="332"/>
                    <a:pt x="260" y="376"/>
                    <a:pt x="149" y="376"/>
                  </a:cubicBezTo>
                  <a:cubicBezTo>
                    <a:pt x="39" y="376"/>
                    <a:pt x="0" y="332"/>
                    <a:pt x="0" y="188"/>
                  </a:cubicBezTo>
                  <a:cubicBezTo>
                    <a:pt x="0" y="44"/>
                    <a:pt x="39" y="0"/>
                    <a:pt x="149" y="0"/>
                  </a:cubicBezTo>
                  <a:cubicBezTo>
                    <a:pt x="260" y="0"/>
                    <a:pt x="299" y="44"/>
                    <a:pt x="299" y="1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77" name="Freeform 10"/>
            <p:cNvSpPr>
              <a:spLocks/>
            </p:cNvSpPr>
            <p:nvPr userDrawn="1"/>
          </p:nvSpPr>
          <p:spPr bwMode="auto">
            <a:xfrm>
              <a:off x="8496300" y="692150"/>
              <a:ext cx="104775" cy="128587"/>
            </a:xfrm>
            <a:custGeom>
              <a:avLst/>
              <a:gdLst>
                <a:gd name="T0" fmla="*/ 295 w 295"/>
                <a:gd name="T1" fmla="*/ 339 h 363"/>
                <a:gd name="T2" fmla="*/ 271 w 295"/>
                <a:gd name="T3" fmla="*/ 363 h 363"/>
                <a:gd name="T4" fmla="*/ 219 w 295"/>
                <a:gd name="T5" fmla="*/ 363 h 363"/>
                <a:gd name="T6" fmla="*/ 192 w 295"/>
                <a:gd name="T7" fmla="*/ 343 h 363"/>
                <a:gd name="T8" fmla="*/ 90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4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7" y="363"/>
                    <a:pt x="271" y="363"/>
                  </a:cubicBezTo>
                  <a:lnTo>
                    <a:pt x="219" y="363"/>
                  </a:lnTo>
                  <a:cubicBezTo>
                    <a:pt x="205" y="363"/>
                    <a:pt x="197" y="357"/>
                    <a:pt x="192" y="343"/>
                  </a:cubicBezTo>
                  <a:lnTo>
                    <a:pt x="90"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4"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78" name="Freeform 11"/>
            <p:cNvSpPr>
              <a:spLocks/>
            </p:cNvSpPr>
            <p:nvPr userDrawn="1"/>
          </p:nvSpPr>
          <p:spPr bwMode="auto">
            <a:xfrm>
              <a:off x="8629650" y="692150"/>
              <a:ext cx="104775" cy="128587"/>
            </a:xfrm>
            <a:custGeom>
              <a:avLst/>
              <a:gdLst>
                <a:gd name="T0" fmla="*/ 295 w 295"/>
                <a:gd name="T1" fmla="*/ 339 h 363"/>
                <a:gd name="T2" fmla="*/ 271 w 295"/>
                <a:gd name="T3" fmla="*/ 363 h 363"/>
                <a:gd name="T4" fmla="*/ 219 w 295"/>
                <a:gd name="T5" fmla="*/ 363 h 363"/>
                <a:gd name="T6" fmla="*/ 191 w 295"/>
                <a:gd name="T7" fmla="*/ 343 h 363"/>
                <a:gd name="T8" fmla="*/ 89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3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6" y="363"/>
                    <a:pt x="271" y="363"/>
                  </a:cubicBezTo>
                  <a:lnTo>
                    <a:pt x="219" y="363"/>
                  </a:lnTo>
                  <a:cubicBezTo>
                    <a:pt x="204" y="363"/>
                    <a:pt x="197" y="357"/>
                    <a:pt x="191" y="343"/>
                  </a:cubicBezTo>
                  <a:lnTo>
                    <a:pt x="89"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3"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79" name="Freeform 12"/>
            <p:cNvSpPr>
              <a:spLocks/>
            </p:cNvSpPr>
            <p:nvPr userDrawn="1"/>
          </p:nvSpPr>
          <p:spPr bwMode="auto">
            <a:xfrm>
              <a:off x="7081838" y="692150"/>
              <a:ext cx="95250" cy="130175"/>
            </a:xfrm>
            <a:custGeom>
              <a:avLst/>
              <a:gdLst>
                <a:gd name="T0" fmla="*/ 267 w 267"/>
                <a:gd name="T1" fmla="*/ 223 h 370"/>
                <a:gd name="T2" fmla="*/ 136 w 267"/>
                <a:gd name="T3" fmla="*/ 370 h 370"/>
                <a:gd name="T4" fmla="*/ 0 w 267"/>
                <a:gd name="T5" fmla="*/ 223 h 370"/>
                <a:gd name="T6" fmla="*/ 0 w 267"/>
                <a:gd name="T7" fmla="*/ 0 h 370"/>
                <a:gd name="T8" fmla="*/ 53 w 267"/>
                <a:gd name="T9" fmla="*/ 0 h 370"/>
                <a:gd name="T10" fmla="*/ 53 w 267"/>
                <a:gd name="T11" fmla="*/ 223 h 370"/>
                <a:gd name="T12" fmla="*/ 134 w 267"/>
                <a:gd name="T13" fmla="*/ 323 h 370"/>
                <a:gd name="T14" fmla="*/ 215 w 267"/>
                <a:gd name="T15" fmla="*/ 223 h 370"/>
                <a:gd name="T16" fmla="*/ 215 w 267"/>
                <a:gd name="T17" fmla="*/ 0 h 370"/>
                <a:gd name="T18" fmla="*/ 267 w 267"/>
                <a:gd name="T19" fmla="*/ 0 h 370"/>
                <a:gd name="T20" fmla="*/ 267 w 267"/>
                <a:gd name="T21" fmla="*/ 22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70">
                  <a:moveTo>
                    <a:pt x="267" y="223"/>
                  </a:moveTo>
                  <a:cubicBezTo>
                    <a:pt x="267" y="330"/>
                    <a:pt x="232" y="370"/>
                    <a:pt x="136" y="370"/>
                  </a:cubicBezTo>
                  <a:cubicBezTo>
                    <a:pt x="36" y="370"/>
                    <a:pt x="0" y="330"/>
                    <a:pt x="0" y="223"/>
                  </a:cubicBezTo>
                  <a:lnTo>
                    <a:pt x="0" y="0"/>
                  </a:lnTo>
                  <a:lnTo>
                    <a:pt x="53" y="0"/>
                  </a:lnTo>
                  <a:lnTo>
                    <a:pt x="53" y="223"/>
                  </a:lnTo>
                  <a:cubicBezTo>
                    <a:pt x="53" y="298"/>
                    <a:pt x="73" y="323"/>
                    <a:pt x="134" y="323"/>
                  </a:cubicBezTo>
                  <a:cubicBezTo>
                    <a:pt x="193" y="323"/>
                    <a:pt x="215" y="298"/>
                    <a:pt x="215" y="223"/>
                  </a:cubicBezTo>
                  <a:lnTo>
                    <a:pt x="215" y="0"/>
                  </a:lnTo>
                  <a:lnTo>
                    <a:pt x="267" y="0"/>
                  </a:lnTo>
                  <a:lnTo>
                    <a:pt x="267" y="22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0" name="Freeform 13"/>
            <p:cNvSpPr>
              <a:spLocks/>
            </p:cNvSpPr>
            <p:nvPr userDrawn="1"/>
          </p:nvSpPr>
          <p:spPr bwMode="auto">
            <a:xfrm>
              <a:off x="7207250" y="692150"/>
              <a:ext cx="101600" cy="128587"/>
            </a:xfrm>
            <a:custGeom>
              <a:avLst/>
              <a:gdLst>
                <a:gd name="T0" fmla="*/ 284 w 284"/>
                <a:gd name="T1" fmla="*/ 343 h 363"/>
                <a:gd name="T2" fmla="*/ 265 w 284"/>
                <a:gd name="T3" fmla="*/ 363 h 363"/>
                <a:gd name="T4" fmla="*/ 215 w 284"/>
                <a:gd name="T5" fmla="*/ 363 h 363"/>
                <a:gd name="T6" fmla="*/ 192 w 284"/>
                <a:gd name="T7" fmla="*/ 347 h 363"/>
                <a:gd name="T8" fmla="*/ 79 w 284"/>
                <a:gd name="T9" fmla="*/ 100 h 363"/>
                <a:gd name="T10" fmla="*/ 57 w 284"/>
                <a:gd name="T11" fmla="*/ 49 h 363"/>
                <a:gd name="T12" fmla="*/ 50 w 284"/>
                <a:gd name="T13" fmla="*/ 49 h 363"/>
                <a:gd name="T14" fmla="*/ 53 w 284"/>
                <a:gd name="T15" fmla="*/ 100 h 363"/>
                <a:gd name="T16" fmla="*/ 53 w 284"/>
                <a:gd name="T17" fmla="*/ 363 h 363"/>
                <a:gd name="T18" fmla="*/ 0 w 284"/>
                <a:gd name="T19" fmla="*/ 363 h 363"/>
                <a:gd name="T20" fmla="*/ 0 w 284"/>
                <a:gd name="T21" fmla="*/ 21 h 363"/>
                <a:gd name="T22" fmla="*/ 20 w 284"/>
                <a:gd name="T23" fmla="*/ 0 h 363"/>
                <a:gd name="T24" fmla="*/ 68 w 284"/>
                <a:gd name="T25" fmla="*/ 0 h 363"/>
                <a:gd name="T26" fmla="*/ 92 w 284"/>
                <a:gd name="T27" fmla="*/ 17 h 363"/>
                <a:gd name="T28" fmla="*/ 202 w 284"/>
                <a:gd name="T29" fmla="*/ 257 h 363"/>
                <a:gd name="T30" fmla="*/ 227 w 284"/>
                <a:gd name="T31" fmla="*/ 312 h 363"/>
                <a:gd name="T32" fmla="*/ 235 w 284"/>
                <a:gd name="T33" fmla="*/ 312 h 363"/>
                <a:gd name="T34" fmla="*/ 232 w 284"/>
                <a:gd name="T35" fmla="*/ 255 h 363"/>
                <a:gd name="T36" fmla="*/ 232 w 284"/>
                <a:gd name="T37" fmla="*/ 0 h 363"/>
                <a:gd name="T38" fmla="*/ 284 w 284"/>
                <a:gd name="T39" fmla="*/ 0 h 363"/>
                <a:gd name="T40" fmla="*/ 284 w 284"/>
                <a:gd name="T41" fmla="*/ 34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4" h="363">
                  <a:moveTo>
                    <a:pt x="284" y="343"/>
                  </a:moveTo>
                  <a:cubicBezTo>
                    <a:pt x="284" y="356"/>
                    <a:pt x="277" y="363"/>
                    <a:pt x="265" y="363"/>
                  </a:cubicBezTo>
                  <a:lnTo>
                    <a:pt x="215" y="363"/>
                  </a:lnTo>
                  <a:cubicBezTo>
                    <a:pt x="203" y="363"/>
                    <a:pt x="197" y="358"/>
                    <a:pt x="192" y="347"/>
                  </a:cubicBezTo>
                  <a:lnTo>
                    <a:pt x="79" y="100"/>
                  </a:lnTo>
                  <a:cubicBezTo>
                    <a:pt x="73" y="86"/>
                    <a:pt x="62" y="64"/>
                    <a:pt x="57" y="49"/>
                  </a:cubicBezTo>
                  <a:lnTo>
                    <a:pt x="50" y="49"/>
                  </a:lnTo>
                  <a:cubicBezTo>
                    <a:pt x="52" y="66"/>
                    <a:pt x="53" y="83"/>
                    <a:pt x="53" y="100"/>
                  </a:cubicBezTo>
                  <a:lnTo>
                    <a:pt x="53" y="363"/>
                  </a:lnTo>
                  <a:lnTo>
                    <a:pt x="0" y="363"/>
                  </a:lnTo>
                  <a:lnTo>
                    <a:pt x="0" y="21"/>
                  </a:lnTo>
                  <a:cubicBezTo>
                    <a:pt x="0" y="7"/>
                    <a:pt x="7" y="0"/>
                    <a:pt x="20" y="0"/>
                  </a:cubicBezTo>
                  <a:lnTo>
                    <a:pt x="68" y="0"/>
                  </a:lnTo>
                  <a:cubicBezTo>
                    <a:pt x="80" y="0"/>
                    <a:pt x="86" y="6"/>
                    <a:pt x="92" y="17"/>
                  </a:cubicBezTo>
                  <a:lnTo>
                    <a:pt x="202" y="257"/>
                  </a:lnTo>
                  <a:cubicBezTo>
                    <a:pt x="208" y="272"/>
                    <a:pt x="219" y="293"/>
                    <a:pt x="227" y="312"/>
                  </a:cubicBezTo>
                  <a:lnTo>
                    <a:pt x="235" y="312"/>
                  </a:lnTo>
                  <a:cubicBezTo>
                    <a:pt x="233" y="293"/>
                    <a:pt x="232" y="274"/>
                    <a:pt x="232" y="255"/>
                  </a:cubicBezTo>
                  <a:lnTo>
                    <a:pt x="232" y="0"/>
                  </a:lnTo>
                  <a:lnTo>
                    <a:pt x="284" y="0"/>
                  </a:lnTo>
                  <a:lnTo>
                    <a:pt x="284" y="34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1" name="Rectangle 14"/>
            <p:cNvSpPr>
              <a:spLocks noChangeArrowheads="1"/>
            </p:cNvSpPr>
            <p:nvPr userDrawn="1"/>
          </p:nvSpPr>
          <p:spPr bwMode="auto">
            <a:xfrm>
              <a:off x="7340600" y="692150"/>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2" name="Freeform 15"/>
            <p:cNvSpPr>
              <a:spLocks/>
            </p:cNvSpPr>
            <p:nvPr userDrawn="1"/>
          </p:nvSpPr>
          <p:spPr bwMode="auto">
            <a:xfrm>
              <a:off x="7378700" y="692150"/>
              <a:ext cx="109537" cy="128587"/>
            </a:xfrm>
            <a:custGeom>
              <a:avLst/>
              <a:gdLst>
                <a:gd name="T0" fmla="*/ 199 w 306"/>
                <a:gd name="T1" fmla="*/ 348 h 363"/>
                <a:gd name="T2" fmla="*/ 179 w 306"/>
                <a:gd name="T3" fmla="*/ 363 h 363"/>
                <a:gd name="T4" fmla="*/ 128 w 306"/>
                <a:gd name="T5" fmla="*/ 363 h 363"/>
                <a:gd name="T6" fmla="*/ 108 w 306"/>
                <a:gd name="T7" fmla="*/ 348 h 363"/>
                <a:gd name="T8" fmla="*/ 0 w 306"/>
                <a:gd name="T9" fmla="*/ 0 h 363"/>
                <a:gd name="T10" fmla="*/ 55 w 306"/>
                <a:gd name="T11" fmla="*/ 0 h 363"/>
                <a:gd name="T12" fmla="*/ 137 w 306"/>
                <a:gd name="T13" fmla="*/ 283 h 363"/>
                <a:gd name="T14" fmla="*/ 147 w 306"/>
                <a:gd name="T15" fmla="*/ 323 h 363"/>
                <a:gd name="T16" fmla="*/ 161 w 306"/>
                <a:gd name="T17" fmla="*/ 323 h 363"/>
                <a:gd name="T18" fmla="*/ 171 w 306"/>
                <a:gd name="T19" fmla="*/ 283 h 363"/>
                <a:gd name="T20" fmla="*/ 252 w 306"/>
                <a:gd name="T21" fmla="*/ 0 h 363"/>
                <a:gd name="T22" fmla="*/ 306 w 306"/>
                <a:gd name="T23" fmla="*/ 0 h 363"/>
                <a:gd name="T24" fmla="*/ 199 w 306"/>
                <a:gd name="T25" fmla="*/ 34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363">
                  <a:moveTo>
                    <a:pt x="199" y="348"/>
                  </a:moveTo>
                  <a:cubicBezTo>
                    <a:pt x="197" y="357"/>
                    <a:pt x="189" y="363"/>
                    <a:pt x="179" y="363"/>
                  </a:cubicBezTo>
                  <a:lnTo>
                    <a:pt x="128" y="363"/>
                  </a:lnTo>
                  <a:cubicBezTo>
                    <a:pt x="118" y="363"/>
                    <a:pt x="110" y="357"/>
                    <a:pt x="108" y="348"/>
                  </a:cubicBezTo>
                  <a:lnTo>
                    <a:pt x="0" y="0"/>
                  </a:lnTo>
                  <a:lnTo>
                    <a:pt x="55" y="0"/>
                  </a:lnTo>
                  <a:lnTo>
                    <a:pt x="137" y="283"/>
                  </a:lnTo>
                  <a:cubicBezTo>
                    <a:pt x="140" y="296"/>
                    <a:pt x="143" y="310"/>
                    <a:pt x="147" y="323"/>
                  </a:cubicBezTo>
                  <a:lnTo>
                    <a:pt x="161" y="323"/>
                  </a:lnTo>
                  <a:cubicBezTo>
                    <a:pt x="163" y="310"/>
                    <a:pt x="167" y="296"/>
                    <a:pt x="171" y="283"/>
                  </a:cubicBezTo>
                  <a:lnTo>
                    <a:pt x="252" y="0"/>
                  </a:lnTo>
                  <a:lnTo>
                    <a:pt x="306" y="0"/>
                  </a:lnTo>
                  <a:lnTo>
                    <a:pt x="199" y="348"/>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3" name="Freeform 16"/>
            <p:cNvSpPr>
              <a:spLocks/>
            </p:cNvSpPr>
            <p:nvPr userDrawn="1"/>
          </p:nvSpPr>
          <p:spPr bwMode="auto">
            <a:xfrm>
              <a:off x="7505700" y="692150"/>
              <a:ext cx="80962" cy="128587"/>
            </a:xfrm>
            <a:custGeom>
              <a:avLst/>
              <a:gdLst>
                <a:gd name="T0" fmla="*/ 228 w 228"/>
                <a:gd name="T1" fmla="*/ 361 h 365"/>
                <a:gd name="T2" fmla="*/ 73 w 228"/>
                <a:gd name="T3" fmla="*/ 365 h 365"/>
                <a:gd name="T4" fmla="*/ 0 w 228"/>
                <a:gd name="T5" fmla="*/ 300 h 365"/>
                <a:gd name="T6" fmla="*/ 0 w 228"/>
                <a:gd name="T7" fmla="*/ 65 h 365"/>
                <a:gd name="T8" fmla="*/ 73 w 228"/>
                <a:gd name="T9" fmla="*/ 0 h 365"/>
                <a:gd name="T10" fmla="*/ 228 w 228"/>
                <a:gd name="T11" fmla="*/ 4 h 365"/>
                <a:gd name="T12" fmla="*/ 226 w 228"/>
                <a:gd name="T13" fmla="*/ 45 h 365"/>
                <a:gd name="T14" fmla="*/ 82 w 228"/>
                <a:gd name="T15" fmla="*/ 45 h 365"/>
                <a:gd name="T16" fmla="*/ 53 w 228"/>
                <a:gd name="T17" fmla="*/ 79 h 365"/>
                <a:gd name="T18" fmla="*/ 53 w 228"/>
                <a:gd name="T19" fmla="*/ 152 h 365"/>
                <a:gd name="T20" fmla="*/ 206 w 228"/>
                <a:gd name="T21" fmla="*/ 152 h 365"/>
                <a:gd name="T22" fmla="*/ 206 w 228"/>
                <a:gd name="T23" fmla="*/ 194 h 365"/>
                <a:gd name="T24" fmla="*/ 53 w 228"/>
                <a:gd name="T25" fmla="*/ 194 h 365"/>
                <a:gd name="T26" fmla="*/ 53 w 228"/>
                <a:gd name="T27" fmla="*/ 287 h 365"/>
                <a:gd name="T28" fmla="*/ 82 w 228"/>
                <a:gd name="T29" fmla="*/ 321 h 365"/>
                <a:gd name="T30" fmla="*/ 226 w 228"/>
                <a:gd name="T31" fmla="*/ 321 h 365"/>
                <a:gd name="T32" fmla="*/ 228 w 228"/>
                <a:gd name="T33" fmla="*/ 36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8" h="365">
                  <a:moveTo>
                    <a:pt x="228" y="361"/>
                  </a:moveTo>
                  <a:cubicBezTo>
                    <a:pt x="180" y="365"/>
                    <a:pt x="125" y="365"/>
                    <a:pt x="73" y="365"/>
                  </a:cubicBezTo>
                  <a:cubicBezTo>
                    <a:pt x="27" y="365"/>
                    <a:pt x="0" y="340"/>
                    <a:pt x="0" y="300"/>
                  </a:cubicBezTo>
                  <a:lnTo>
                    <a:pt x="0" y="65"/>
                  </a:lnTo>
                  <a:cubicBezTo>
                    <a:pt x="0" y="25"/>
                    <a:pt x="28" y="0"/>
                    <a:pt x="73" y="0"/>
                  </a:cubicBezTo>
                  <a:cubicBezTo>
                    <a:pt x="125" y="0"/>
                    <a:pt x="180" y="0"/>
                    <a:pt x="228" y="4"/>
                  </a:cubicBezTo>
                  <a:lnTo>
                    <a:pt x="226" y="45"/>
                  </a:lnTo>
                  <a:lnTo>
                    <a:pt x="82" y="45"/>
                  </a:lnTo>
                  <a:cubicBezTo>
                    <a:pt x="61" y="45"/>
                    <a:pt x="53" y="54"/>
                    <a:pt x="53" y="79"/>
                  </a:cubicBezTo>
                  <a:lnTo>
                    <a:pt x="53" y="152"/>
                  </a:lnTo>
                  <a:lnTo>
                    <a:pt x="206" y="152"/>
                  </a:lnTo>
                  <a:lnTo>
                    <a:pt x="206" y="194"/>
                  </a:lnTo>
                  <a:lnTo>
                    <a:pt x="53" y="194"/>
                  </a:lnTo>
                  <a:lnTo>
                    <a:pt x="53" y="287"/>
                  </a:lnTo>
                  <a:cubicBezTo>
                    <a:pt x="53" y="312"/>
                    <a:pt x="61" y="321"/>
                    <a:pt x="82" y="321"/>
                  </a:cubicBezTo>
                  <a:lnTo>
                    <a:pt x="226" y="321"/>
                  </a:lnTo>
                  <a:lnTo>
                    <a:pt x="228" y="361"/>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4" name="Freeform 17"/>
            <p:cNvSpPr>
              <a:spLocks noEditPoints="1"/>
            </p:cNvSpPr>
            <p:nvPr userDrawn="1"/>
          </p:nvSpPr>
          <p:spPr bwMode="auto">
            <a:xfrm>
              <a:off x="7612063" y="690563"/>
              <a:ext cx="92075" cy="130175"/>
            </a:xfrm>
            <a:custGeom>
              <a:avLst/>
              <a:gdLst>
                <a:gd name="T0" fmla="*/ 126 w 260"/>
                <a:gd name="T1" fmla="*/ 173 h 367"/>
                <a:gd name="T2" fmla="*/ 194 w 260"/>
                <a:gd name="T3" fmla="*/ 108 h 367"/>
                <a:gd name="T4" fmla="*/ 126 w 260"/>
                <a:gd name="T5" fmla="*/ 45 h 367"/>
                <a:gd name="T6" fmla="*/ 52 w 260"/>
                <a:gd name="T7" fmla="*/ 45 h 367"/>
                <a:gd name="T8" fmla="*/ 52 w 260"/>
                <a:gd name="T9" fmla="*/ 173 h 367"/>
                <a:gd name="T10" fmla="*/ 126 w 260"/>
                <a:gd name="T11" fmla="*/ 173 h 367"/>
                <a:gd name="T12" fmla="*/ 204 w 260"/>
                <a:gd name="T13" fmla="*/ 367 h 367"/>
                <a:gd name="T14" fmla="*/ 173 w 260"/>
                <a:gd name="T15" fmla="*/ 254 h 367"/>
                <a:gd name="T16" fmla="*/ 127 w 260"/>
                <a:gd name="T17" fmla="*/ 218 h 367"/>
                <a:gd name="T18" fmla="*/ 52 w 260"/>
                <a:gd name="T19" fmla="*/ 217 h 367"/>
                <a:gd name="T20" fmla="*/ 52 w 260"/>
                <a:gd name="T21" fmla="*/ 367 h 367"/>
                <a:gd name="T22" fmla="*/ 0 w 260"/>
                <a:gd name="T23" fmla="*/ 367 h 367"/>
                <a:gd name="T24" fmla="*/ 0 w 260"/>
                <a:gd name="T25" fmla="*/ 4 h 367"/>
                <a:gd name="T26" fmla="*/ 127 w 260"/>
                <a:gd name="T27" fmla="*/ 0 h 367"/>
                <a:gd name="T28" fmla="*/ 247 w 260"/>
                <a:gd name="T29" fmla="*/ 105 h 367"/>
                <a:gd name="T30" fmla="*/ 180 w 260"/>
                <a:gd name="T31" fmla="*/ 197 h 367"/>
                <a:gd name="T32" fmla="*/ 180 w 260"/>
                <a:gd name="T33" fmla="*/ 200 h 367"/>
                <a:gd name="T34" fmla="*/ 226 w 260"/>
                <a:gd name="T35" fmla="*/ 252 h 367"/>
                <a:gd name="T36" fmla="*/ 260 w 260"/>
                <a:gd name="T37" fmla="*/ 367 h 367"/>
                <a:gd name="T38" fmla="*/ 204 w 260"/>
                <a:gd name="T39" fmla="*/ 367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0" h="367">
                  <a:moveTo>
                    <a:pt x="126" y="173"/>
                  </a:moveTo>
                  <a:cubicBezTo>
                    <a:pt x="177" y="172"/>
                    <a:pt x="194" y="158"/>
                    <a:pt x="194" y="108"/>
                  </a:cubicBezTo>
                  <a:cubicBezTo>
                    <a:pt x="194" y="58"/>
                    <a:pt x="177" y="45"/>
                    <a:pt x="126" y="45"/>
                  </a:cubicBezTo>
                  <a:cubicBezTo>
                    <a:pt x="98" y="45"/>
                    <a:pt x="72" y="45"/>
                    <a:pt x="52" y="45"/>
                  </a:cubicBezTo>
                  <a:lnTo>
                    <a:pt x="52" y="173"/>
                  </a:lnTo>
                  <a:lnTo>
                    <a:pt x="126" y="173"/>
                  </a:lnTo>
                  <a:close/>
                  <a:moveTo>
                    <a:pt x="204" y="367"/>
                  </a:moveTo>
                  <a:lnTo>
                    <a:pt x="173" y="254"/>
                  </a:lnTo>
                  <a:cubicBezTo>
                    <a:pt x="164" y="228"/>
                    <a:pt x="150" y="218"/>
                    <a:pt x="127" y="218"/>
                  </a:cubicBezTo>
                  <a:lnTo>
                    <a:pt x="52" y="217"/>
                  </a:lnTo>
                  <a:lnTo>
                    <a:pt x="52" y="367"/>
                  </a:lnTo>
                  <a:lnTo>
                    <a:pt x="0" y="367"/>
                  </a:lnTo>
                  <a:lnTo>
                    <a:pt x="0" y="4"/>
                  </a:lnTo>
                  <a:cubicBezTo>
                    <a:pt x="40" y="0"/>
                    <a:pt x="68" y="0"/>
                    <a:pt x="127" y="0"/>
                  </a:cubicBezTo>
                  <a:cubicBezTo>
                    <a:pt x="212" y="0"/>
                    <a:pt x="247" y="23"/>
                    <a:pt x="247" y="105"/>
                  </a:cubicBezTo>
                  <a:cubicBezTo>
                    <a:pt x="247" y="162"/>
                    <a:pt x="229" y="191"/>
                    <a:pt x="180" y="197"/>
                  </a:cubicBezTo>
                  <a:lnTo>
                    <a:pt x="180" y="200"/>
                  </a:lnTo>
                  <a:cubicBezTo>
                    <a:pt x="198" y="205"/>
                    <a:pt x="218" y="221"/>
                    <a:pt x="226" y="252"/>
                  </a:cubicBezTo>
                  <a:lnTo>
                    <a:pt x="260" y="367"/>
                  </a:lnTo>
                  <a:lnTo>
                    <a:pt x="204" y="36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5" name="Freeform 18"/>
            <p:cNvSpPr>
              <a:spLocks/>
            </p:cNvSpPr>
            <p:nvPr userDrawn="1"/>
          </p:nvSpPr>
          <p:spPr bwMode="auto">
            <a:xfrm>
              <a:off x="7723188" y="688975"/>
              <a:ext cx="85725" cy="133350"/>
            </a:xfrm>
            <a:custGeom>
              <a:avLst/>
              <a:gdLst>
                <a:gd name="T0" fmla="*/ 229 w 243"/>
                <a:gd name="T1" fmla="*/ 11 h 375"/>
                <a:gd name="T2" fmla="*/ 226 w 243"/>
                <a:gd name="T3" fmla="*/ 49 h 375"/>
                <a:gd name="T4" fmla="*/ 122 w 243"/>
                <a:gd name="T5" fmla="*/ 47 h 375"/>
                <a:gd name="T6" fmla="*/ 53 w 243"/>
                <a:gd name="T7" fmla="*/ 97 h 375"/>
                <a:gd name="T8" fmla="*/ 97 w 243"/>
                <a:gd name="T9" fmla="*/ 152 h 375"/>
                <a:gd name="T10" fmla="*/ 169 w 243"/>
                <a:gd name="T11" fmla="*/ 172 h 375"/>
                <a:gd name="T12" fmla="*/ 243 w 243"/>
                <a:gd name="T13" fmla="*/ 276 h 375"/>
                <a:gd name="T14" fmla="*/ 119 w 243"/>
                <a:gd name="T15" fmla="*/ 375 h 375"/>
                <a:gd name="T16" fmla="*/ 5 w 243"/>
                <a:gd name="T17" fmla="*/ 365 h 375"/>
                <a:gd name="T18" fmla="*/ 9 w 243"/>
                <a:gd name="T19" fmla="*/ 326 h 375"/>
                <a:gd name="T20" fmla="*/ 120 w 243"/>
                <a:gd name="T21" fmla="*/ 329 h 375"/>
                <a:gd name="T22" fmla="*/ 189 w 243"/>
                <a:gd name="T23" fmla="*/ 275 h 375"/>
                <a:gd name="T24" fmla="*/ 146 w 243"/>
                <a:gd name="T25" fmla="*/ 219 h 375"/>
                <a:gd name="T26" fmla="*/ 72 w 243"/>
                <a:gd name="T27" fmla="*/ 199 h 375"/>
                <a:gd name="T28" fmla="*/ 0 w 243"/>
                <a:gd name="T29" fmla="*/ 96 h 375"/>
                <a:gd name="T30" fmla="*/ 120 w 243"/>
                <a:gd name="T31" fmla="*/ 0 h 375"/>
                <a:gd name="T32" fmla="*/ 229 w 243"/>
                <a:gd name="T33" fmla="*/ 1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375">
                  <a:moveTo>
                    <a:pt x="229" y="11"/>
                  </a:moveTo>
                  <a:lnTo>
                    <a:pt x="226" y="49"/>
                  </a:lnTo>
                  <a:cubicBezTo>
                    <a:pt x="195" y="48"/>
                    <a:pt x="156" y="47"/>
                    <a:pt x="122" y="47"/>
                  </a:cubicBezTo>
                  <a:cubicBezTo>
                    <a:pt x="72" y="47"/>
                    <a:pt x="53" y="49"/>
                    <a:pt x="53" y="97"/>
                  </a:cubicBezTo>
                  <a:cubicBezTo>
                    <a:pt x="53" y="135"/>
                    <a:pt x="67" y="145"/>
                    <a:pt x="97" y="152"/>
                  </a:cubicBezTo>
                  <a:lnTo>
                    <a:pt x="169" y="172"/>
                  </a:lnTo>
                  <a:cubicBezTo>
                    <a:pt x="225" y="188"/>
                    <a:pt x="243" y="221"/>
                    <a:pt x="243" y="276"/>
                  </a:cubicBezTo>
                  <a:cubicBezTo>
                    <a:pt x="243" y="359"/>
                    <a:pt x="206" y="375"/>
                    <a:pt x="119" y="375"/>
                  </a:cubicBezTo>
                  <a:cubicBezTo>
                    <a:pt x="96" y="375"/>
                    <a:pt x="56" y="374"/>
                    <a:pt x="5" y="365"/>
                  </a:cubicBezTo>
                  <a:lnTo>
                    <a:pt x="9" y="326"/>
                  </a:lnTo>
                  <a:cubicBezTo>
                    <a:pt x="75" y="328"/>
                    <a:pt x="93" y="329"/>
                    <a:pt x="120" y="329"/>
                  </a:cubicBezTo>
                  <a:cubicBezTo>
                    <a:pt x="173" y="328"/>
                    <a:pt x="189" y="320"/>
                    <a:pt x="189" y="275"/>
                  </a:cubicBezTo>
                  <a:cubicBezTo>
                    <a:pt x="189" y="236"/>
                    <a:pt x="175" y="227"/>
                    <a:pt x="146" y="219"/>
                  </a:cubicBezTo>
                  <a:lnTo>
                    <a:pt x="72" y="199"/>
                  </a:lnTo>
                  <a:cubicBezTo>
                    <a:pt x="19" y="184"/>
                    <a:pt x="0" y="151"/>
                    <a:pt x="0" y="96"/>
                  </a:cubicBezTo>
                  <a:cubicBezTo>
                    <a:pt x="0" y="12"/>
                    <a:pt x="38" y="0"/>
                    <a:pt x="120" y="0"/>
                  </a:cubicBezTo>
                  <a:cubicBezTo>
                    <a:pt x="154" y="0"/>
                    <a:pt x="192" y="2"/>
                    <a:pt x="229" y="11"/>
                  </a:cubicBez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6" name="Rectangle 19"/>
            <p:cNvSpPr>
              <a:spLocks noChangeArrowheads="1"/>
            </p:cNvSpPr>
            <p:nvPr userDrawn="1"/>
          </p:nvSpPr>
          <p:spPr bwMode="auto">
            <a:xfrm>
              <a:off x="7834313" y="692150"/>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7" name="Freeform 20"/>
            <p:cNvSpPr>
              <a:spLocks/>
            </p:cNvSpPr>
            <p:nvPr userDrawn="1"/>
          </p:nvSpPr>
          <p:spPr bwMode="auto">
            <a:xfrm>
              <a:off x="7872413" y="692150"/>
              <a:ext cx="101600" cy="128587"/>
            </a:xfrm>
            <a:custGeom>
              <a:avLst/>
              <a:gdLst>
                <a:gd name="T0" fmla="*/ 168 w 283"/>
                <a:gd name="T1" fmla="*/ 47 h 363"/>
                <a:gd name="T2" fmla="*/ 168 w 283"/>
                <a:gd name="T3" fmla="*/ 363 h 363"/>
                <a:gd name="T4" fmla="*/ 114 w 283"/>
                <a:gd name="T5" fmla="*/ 363 h 363"/>
                <a:gd name="T6" fmla="*/ 114 w 283"/>
                <a:gd name="T7" fmla="*/ 47 h 363"/>
                <a:gd name="T8" fmla="*/ 0 w 283"/>
                <a:gd name="T9" fmla="*/ 47 h 363"/>
                <a:gd name="T10" fmla="*/ 0 w 283"/>
                <a:gd name="T11" fmla="*/ 0 h 363"/>
                <a:gd name="T12" fmla="*/ 283 w 283"/>
                <a:gd name="T13" fmla="*/ 0 h 363"/>
                <a:gd name="T14" fmla="*/ 283 w 283"/>
                <a:gd name="T15" fmla="*/ 47 h 363"/>
                <a:gd name="T16" fmla="*/ 168 w 283"/>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363">
                  <a:moveTo>
                    <a:pt x="168" y="47"/>
                  </a:moveTo>
                  <a:lnTo>
                    <a:pt x="168" y="363"/>
                  </a:lnTo>
                  <a:lnTo>
                    <a:pt x="114" y="363"/>
                  </a:lnTo>
                  <a:lnTo>
                    <a:pt x="114" y="47"/>
                  </a:lnTo>
                  <a:lnTo>
                    <a:pt x="0" y="47"/>
                  </a:lnTo>
                  <a:lnTo>
                    <a:pt x="0" y="0"/>
                  </a:lnTo>
                  <a:lnTo>
                    <a:pt x="283" y="0"/>
                  </a:lnTo>
                  <a:lnTo>
                    <a:pt x="283" y="47"/>
                  </a:lnTo>
                  <a:lnTo>
                    <a:pt x="168"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8" name="Freeform 21"/>
            <p:cNvSpPr>
              <a:spLocks noEditPoints="1"/>
            </p:cNvSpPr>
            <p:nvPr userDrawn="1"/>
          </p:nvSpPr>
          <p:spPr bwMode="auto">
            <a:xfrm>
              <a:off x="7969250" y="657225"/>
              <a:ext cx="114300" cy="163512"/>
            </a:xfrm>
            <a:custGeom>
              <a:avLst/>
              <a:gdLst>
                <a:gd name="T0" fmla="*/ 199 w 321"/>
                <a:gd name="T1" fmla="*/ 57 h 459"/>
                <a:gd name="T2" fmla="*/ 185 w 321"/>
                <a:gd name="T3" fmla="*/ 43 h 459"/>
                <a:gd name="T4" fmla="*/ 185 w 321"/>
                <a:gd name="T5" fmla="*/ 14 h 459"/>
                <a:gd name="T6" fmla="*/ 199 w 321"/>
                <a:gd name="T7" fmla="*/ 0 h 459"/>
                <a:gd name="T8" fmla="*/ 215 w 321"/>
                <a:gd name="T9" fmla="*/ 0 h 459"/>
                <a:gd name="T10" fmla="*/ 230 w 321"/>
                <a:gd name="T11" fmla="*/ 14 h 459"/>
                <a:gd name="T12" fmla="*/ 230 w 321"/>
                <a:gd name="T13" fmla="*/ 43 h 459"/>
                <a:gd name="T14" fmla="*/ 215 w 321"/>
                <a:gd name="T15" fmla="*/ 57 h 459"/>
                <a:gd name="T16" fmla="*/ 199 w 321"/>
                <a:gd name="T17" fmla="*/ 57 h 459"/>
                <a:gd name="T18" fmla="*/ 176 w 321"/>
                <a:gd name="T19" fmla="*/ 166 h 459"/>
                <a:gd name="T20" fmla="*/ 167 w 321"/>
                <a:gd name="T21" fmla="*/ 137 h 459"/>
                <a:gd name="T22" fmla="*/ 153 w 321"/>
                <a:gd name="T23" fmla="*/ 137 h 459"/>
                <a:gd name="T24" fmla="*/ 144 w 321"/>
                <a:gd name="T25" fmla="*/ 166 h 459"/>
                <a:gd name="T26" fmla="*/ 102 w 321"/>
                <a:gd name="T27" fmla="*/ 304 h 459"/>
                <a:gd name="T28" fmla="*/ 218 w 321"/>
                <a:gd name="T29" fmla="*/ 304 h 459"/>
                <a:gd name="T30" fmla="*/ 176 w 321"/>
                <a:gd name="T31" fmla="*/ 166 h 459"/>
                <a:gd name="T32" fmla="*/ 105 w 321"/>
                <a:gd name="T33" fmla="*/ 57 h 459"/>
                <a:gd name="T34" fmla="*/ 92 w 321"/>
                <a:gd name="T35" fmla="*/ 43 h 459"/>
                <a:gd name="T36" fmla="*/ 92 w 321"/>
                <a:gd name="T37" fmla="*/ 14 h 459"/>
                <a:gd name="T38" fmla="*/ 105 w 321"/>
                <a:gd name="T39" fmla="*/ 0 h 459"/>
                <a:gd name="T40" fmla="*/ 122 w 321"/>
                <a:gd name="T41" fmla="*/ 0 h 459"/>
                <a:gd name="T42" fmla="*/ 136 w 321"/>
                <a:gd name="T43" fmla="*/ 14 h 459"/>
                <a:gd name="T44" fmla="*/ 136 w 321"/>
                <a:gd name="T45" fmla="*/ 43 h 459"/>
                <a:gd name="T46" fmla="*/ 122 w 321"/>
                <a:gd name="T47" fmla="*/ 57 h 459"/>
                <a:gd name="T48" fmla="*/ 105 w 321"/>
                <a:gd name="T49" fmla="*/ 57 h 459"/>
                <a:gd name="T50" fmla="*/ 88 w 321"/>
                <a:gd name="T51" fmla="*/ 350 h 459"/>
                <a:gd name="T52" fmla="*/ 54 w 321"/>
                <a:gd name="T53" fmla="*/ 459 h 459"/>
                <a:gd name="T54" fmla="*/ 0 w 321"/>
                <a:gd name="T55" fmla="*/ 459 h 459"/>
                <a:gd name="T56" fmla="*/ 114 w 321"/>
                <a:gd name="T57" fmla="*/ 110 h 459"/>
                <a:gd name="T58" fmla="*/ 133 w 321"/>
                <a:gd name="T59" fmla="*/ 96 h 459"/>
                <a:gd name="T60" fmla="*/ 187 w 321"/>
                <a:gd name="T61" fmla="*/ 96 h 459"/>
                <a:gd name="T62" fmla="*/ 206 w 321"/>
                <a:gd name="T63" fmla="*/ 110 h 459"/>
                <a:gd name="T64" fmla="*/ 321 w 321"/>
                <a:gd name="T65" fmla="*/ 459 h 459"/>
                <a:gd name="T66" fmla="*/ 266 w 321"/>
                <a:gd name="T67" fmla="*/ 459 h 459"/>
                <a:gd name="T68" fmla="*/ 233 w 321"/>
                <a:gd name="T69" fmla="*/ 350 h 459"/>
                <a:gd name="T70" fmla="*/ 88 w 321"/>
                <a:gd name="T71" fmla="*/ 35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1" h="459">
                  <a:moveTo>
                    <a:pt x="199" y="57"/>
                  </a:moveTo>
                  <a:cubicBezTo>
                    <a:pt x="189" y="57"/>
                    <a:pt x="185" y="53"/>
                    <a:pt x="185" y="43"/>
                  </a:cubicBezTo>
                  <a:lnTo>
                    <a:pt x="185" y="14"/>
                  </a:lnTo>
                  <a:cubicBezTo>
                    <a:pt x="185" y="6"/>
                    <a:pt x="189" y="0"/>
                    <a:pt x="199" y="0"/>
                  </a:cubicBezTo>
                  <a:lnTo>
                    <a:pt x="215" y="0"/>
                  </a:lnTo>
                  <a:cubicBezTo>
                    <a:pt x="224" y="0"/>
                    <a:pt x="230" y="6"/>
                    <a:pt x="230" y="14"/>
                  </a:cubicBezTo>
                  <a:lnTo>
                    <a:pt x="230" y="43"/>
                  </a:lnTo>
                  <a:cubicBezTo>
                    <a:pt x="230" y="53"/>
                    <a:pt x="224" y="57"/>
                    <a:pt x="215" y="57"/>
                  </a:cubicBezTo>
                  <a:lnTo>
                    <a:pt x="199" y="57"/>
                  </a:lnTo>
                  <a:close/>
                  <a:moveTo>
                    <a:pt x="176" y="166"/>
                  </a:moveTo>
                  <a:cubicBezTo>
                    <a:pt x="173" y="157"/>
                    <a:pt x="170" y="146"/>
                    <a:pt x="167" y="137"/>
                  </a:cubicBezTo>
                  <a:lnTo>
                    <a:pt x="153" y="137"/>
                  </a:lnTo>
                  <a:cubicBezTo>
                    <a:pt x="150" y="146"/>
                    <a:pt x="147" y="157"/>
                    <a:pt x="144" y="166"/>
                  </a:cubicBezTo>
                  <a:lnTo>
                    <a:pt x="102" y="304"/>
                  </a:lnTo>
                  <a:lnTo>
                    <a:pt x="218" y="304"/>
                  </a:lnTo>
                  <a:lnTo>
                    <a:pt x="176" y="166"/>
                  </a:lnTo>
                  <a:close/>
                  <a:moveTo>
                    <a:pt x="105" y="57"/>
                  </a:moveTo>
                  <a:cubicBezTo>
                    <a:pt x="96" y="57"/>
                    <a:pt x="92" y="53"/>
                    <a:pt x="92" y="43"/>
                  </a:cubicBezTo>
                  <a:lnTo>
                    <a:pt x="92" y="14"/>
                  </a:lnTo>
                  <a:cubicBezTo>
                    <a:pt x="92" y="6"/>
                    <a:pt x="96" y="0"/>
                    <a:pt x="105" y="0"/>
                  </a:cubicBezTo>
                  <a:lnTo>
                    <a:pt x="122" y="0"/>
                  </a:lnTo>
                  <a:cubicBezTo>
                    <a:pt x="132" y="0"/>
                    <a:pt x="136" y="6"/>
                    <a:pt x="136" y="14"/>
                  </a:cubicBezTo>
                  <a:lnTo>
                    <a:pt x="136" y="43"/>
                  </a:lnTo>
                  <a:cubicBezTo>
                    <a:pt x="136" y="53"/>
                    <a:pt x="132" y="57"/>
                    <a:pt x="122" y="57"/>
                  </a:cubicBezTo>
                  <a:lnTo>
                    <a:pt x="105" y="57"/>
                  </a:lnTo>
                  <a:close/>
                  <a:moveTo>
                    <a:pt x="88" y="350"/>
                  </a:moveTo>
                  <a:lnTo>
                    <a:pt x="54" y="459"/>
                  </a:lnTo>
                  <a:lnTo>
                    <a:pt x="0" y="459"/>
                  </a:lnTo>
                  <a:lnTo>
                    <a:pt x="114" y="110"/>
                  </a:lnTo>
                  <a:cubicBezTo>
                    <a:pt x="116" y="102"/>
                    <a:pt x="124" y="96"/>
                    <a:pt x="133" y="96"/>
                  </a:cubicBezTo>
                  <a:lnTo>
                    <a:pt x="187" y="96"/>
                  </a:lnTo>
                  <a:cubicBezTo>
                    <a:pt x="196" y="96"/>
                    <a:pt x="204" y="102"/>
                    <a:pt x="206" y="110"/>
                  </a:cubicBezTo>
                  <a:lnTo>
                    <a:pt x="321" y="459"/>
                  </a:lnTo>
                  <a:lnTo>
                    <a:pt x="266" y="459"/>
                  </a:lnTo>
                  <a:lnTo>
                    <a:pt x="233" y="350"/>
                  </a:lnTo>
                  <a:lnTo>
                    <a:pt x="88" y="35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89" name="Freeform 22"/>
            <p:cNvSpPr>
              <a:spLocks/>
            </p:cNvSpPr>
            <p:nvPr userDrawn="1"/>
          </p:nvSpPr>
          <p:spPr bwMode="auto">
            <a:xfrm>
              <a:off x="8078788" y="692150"/>
              <a:ext cx="100012" cy="128587"/>
            </a:xfrm>
            <a:custGeom>
              <a:avLst/>
              <a:gdLst>
                <a:gd name="T0" fmla="*/ 167 w 282"/>
                <a:gd name="T1" fmla="*/ 47 h 363"/>
                <a:gd name="T2" fmla="*/ 167 w 282"/>
                <a:gd name="T3" fmla="*/ 363 h 363"/>
                <a:gd name="T4" fmla="*/ 114 w 282"/>
                <a:gd name="T5" fmla="*/ 363 h 363"/>
                <a:gd name="T6" fmla="*/ 114 w 282"/>
                <a:gd name="T7" fmla="*/ 47 h 363"/>
                <a:gd name="T8" fmla="*/ 0 w 282"/>
                <a:gd name="T9" fmla="*/ 47 h 363"/>
                <a:gd name="T10" fmla="*/ 0 w 282"/>
                <a:gd name="T11" fmla="*/ 0 h 363"/>
                <a:gd name="T12" fmla="*/ 282 w 282"/>
                <a:gd name="T13" fmla="*/ 0 h 363"/>
                <a:gd name="T14" fmla="*/ 282 w 282"/>
                <a:gd name="T15" fmla="*/ 47 h 363"/>
                <a:gd name="T16" fmla="*/ 167 w 282"/>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363">
                  <a:moveTo>
                    <a:pt x="167" y="47"/>
                  </a:moveTo>
                  <a:lnTo>
                    <a:pt x="167" y="363"/>
                  </a:lnTo>
                  <a:lnTo>
                    <a:pt x="114" y="363"/>
                  </a:lnTo>
                  <a:lnTo>
                    <a:pt x="114" y="47"/>
                  </a:lnTo>
                  <a:lnTo>
                    <a:pt x="0" y="47"/>
                  </a:lnTo>
                  <a:lnTo>
                    <a:pt x="0" y="0"/>
                  </a:lnTo>
                  <a:lnTo>
                    <a:pt x="282" y="0"/>
                  </a:lnTo>
                  <a:lnTo>
                    <a:pt x="282" y="47"/>
                  </a:lnTo>
                  <a:lnTo>
                    <a:pt x="167"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grpSp>
    </p:spTree>
    <p:extLst>
      <p:ext uri="{BB962C8B-B14F-4D97-AF65-F5344CB8AC3E}">
        <p14:creationId xmlns:p14="http://schemas.microsoft.com/office/powerpoint/2010/main" val="166597927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a:xfrm>
            <a:off x="382270" y="1619806"/>
            <a:ext cx="11428729" cy="4380845"/>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Datumsplatzhalter 3"/>
          <p:cNvSpPr>
            <a:spLocks noGrp="1"/>
          </p:cNvSpPr>
          <p:nvPr>
            <p:ph type="dt" sz="half" idx="10"/>
          </p:nvPr>
        </p:nvSpPr>
        <p:spPr/>
        <p:txBody>
          <a:bodyPr/>
          <a:lstStyle/>
          <a:p>
            <a:fld id="{288921BD-6B3C-47BC-83C4-1C45CD0812D9}" type="datetime1">
              <a:rPr lang="de-DE" smtClean="0"/>
              <a:t>25.09.2023</a:t>
            </a:fld>
            <a:endParaRPr lang="de-DE"/>
          </a:p>
        </p:txBody>
      </p:sp>
      <p:sp>
        <p:nvSpPr>
          <p:cNvPr id="5" name="Fußzeilenplatzhalter 4"/>
          <p:cNvSpPr>
            <a:spLocks noGrp="1"/>
          </p:cNvSpPr>
          <p:nvPr>
            <p:ph type="ftr" sz="quarter" idx="11"/>
          </p:nvPr>
        </p:nvSpPr>
        <p:spPr/>
        <p:txBody>
          <a:bodyPr/>
          <a:lstStyle/>
          <a:p>
            <a:r>
              <a:rPr lang="de-DE"/>
              <a:t>Präsentationstitel/Autor/Veranstaltung</a:t>
            </a:r>
          </a:p>
        </p:txBody>
      </p:sp>
      <p:sp>
        <p:nvSpPr>
          <p:cNvPr id="6" name="Foliennummernplatzhalter 5"/>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3830576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bg>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userDrawn="1">
            <p:ph type="body" idx="1"/>
          </p:nvPr>
        </p:nvSpPr>
        <p:spPr>
          <a:xfrm>
            <a:off x="1715452" y="2095593"/>
            <a:ext cx="8571547" cy="476179"/>
          </a:xfrm>
        </p:spPr>
        <p:txBody>
          <a:bodyPr wrap="none" bIns="0" anchor="b" anchorCtr="0"/>
          <a:lstStyle>
            <a:lvl1pPr marL="0" indent="0">
              <a:lnSpc>
                <a:spcPts val="3174"/>
              </a:lnSpc>
              <a:spcBef>
                <a:spcPts val="0"/>
              </a:spcBef>
              <a:spcAft>
                <a:spcPts val="0"/>
              </a:spcAft>
              <a:buNone/>
              <a:defRPr sz="3704" cap="all" baseline="0">
                <a:solidFill>
                  <a:schemeClr val="accent1"/>
                </a:solidFill>
                <a:latin typeface="+mj-lt"/>
              </a:defRPr>
            </a:lvl1pPr>
            <a:lvl2pPr marL="604738" indent="0">
              <a:buNone/>
              <a:defRPr sz="2381">
                <a:solidFill>
                  <a:schemeClr val="tx1">
                    <a:tint val="75000"/>
                  </a:schemeClr>
                </a:solidFill>
              </a:defRPr>
            </a:lvl2pPr>
            <a:lvl3pPr marL="1209477" indent="0">
              <a:buNone/>
              <a:defRPr sz="2116">
                <a:solidFill>
                  <a:schemeClr val="tx1">
                    <a:tint val="75000"/>
                  </a:schemeClr>
                </a:solidFill>
              </a:defRPr>
            </a:lvl3pPr>
            <a:lvl4pPr marL="1814215" indent="0">
              <a:buNone/>
              <a:defRPr sz="1852">
                <a:solidFill>
                  <a:schemeClr val="tx1">
                    <a:tint val="75000"/>
                  </a:schemeClr>
                </a:solidFill>
              </a:defRPr>
            </a:lvl4pPr>
            <a:lvl5pPr marL="2418954" indent="0">
              <a:buNone/>
              <a:defRPr sz="1852">
                <a:solidFill>
                  <a:schemeClr val="tx1">
                    <a:tint val="75000"/>
                  </a:schemeClr>
                </a:solidFill>
              </a:defRPr>
            </a:lvl5pPr>
            <a:lvl6pPr marL="3023692" indent="0">
              <a:buNone/>
              <a:defRPr sz="1852">
                <a:solidFill>
                  <a:schemeClr val="tx1">
                    <a:tint val="75000"/>
                  </a:schemeClr>
                </a:solidFill>
              </a:defRPr>
            </a:lvl6pPr>
            <a:lvl7pPr marL="3628431" indent="0">
              <a:buNone/>
              <a:defRPr sz="1852">
                <a:solidFill>
                  <a:schemeClr val="tx1">
                    <a:tint val="75000"/>
                  </a:schemeClr>
                </a:solidFill>
              </a:defRPr>
            </a:lvl7pPr>
            <a:lvl8pPr marL="4233169" indent="0">
              <a:buNone/>
              <a:defRPr sz="1852">
                <a:solidFill>
                  <a:schemeClr val="tx1">
                    <a:tint val="75000"/>
                  </a:schemeClr>
                </a:solidFill>
              </a:defRPr>
            </a:lvl8pPr>
            <a:lvl9pPr marL="4837908" indent="0">
              <a:buNone/>
              <a:defRPr sz="1852">
                <a:solidFill>
                  <a:schemeClr val="tx1">
                    <a:tint val="75000"/>
                  </a:schemeClr>
                </a:solidFill>
              </a:defRPr>
            </a:lvl9pPr>
          </a:lstStyle>
          <a:p>
            <a:pPr lvl="0"/>
            <a:r>
              <a:rPr lang="de-DE"/>
              <a:t>Textmasterformat bearbeiten</a:t>
            </a:r>
          </a:p>
        </p:txBody>
      </p:sp>
      <p:sp>
        <p:nvSpPr>
          <p:cNvPr id="2" name="Titel 1"/>
          <p:cNvSpPr>
            <a:spLocks noGrp="1"/>
          </p:cNvSpPr>
          <p:nvPr userDrawn="1">
            <p:ph type="title"/>
          </p:nvPr>
        </p:nvSpPr>
        <p:spPr>
          <a:xfrm>
            <a:off x="1715452" y="2572036"/>
            <a:ext cx="8571547" cy="2285658"/>
          </a:xfrm>
        </p:spPr>
        <p:txBody>
          <a:bodyPr anchor="t"/>
          <a:lstStyle>
            <a:lvl1pPr algn="l">
              <a:lnSpc>
                <a:spcPts val="5820"/>
              </a:lnSpc>
              <a:defRPr sz="5291" b="0" cap="all">
                <a:solidFill>
                  <a:schemeClr val="accent2"/>
                </a:solidFill>
                <a:latin typeface="Exo 2 Semi Bold" pitchFamily="50" charset="0"/>
              </a:defRPr>
            </a:lvl1pPr>
          </a:lstStyle>
          <a:p>
            <a:r>
              <a:rPr lang="de-DE"/>
              <a:t>Titelmasterformat durch Klicken bearbeiten</a:t>
            </a:r>
            <a:endParaRPr lang="de-DE" dirty="0"/>
          </a:p>
        </p:txBody>
      </p:sp>
      <p:sp>
        <p:nvSpPr>
          <p:cNvPr id="7" name="Datumsplatzhalter 6" hidden="1"/>
          <p:cNvSpPr>
            <a:spLocks noGrp="1"/>
          </p:cNvSpPr>
          <p:nvPr>
            <p:ph type="dt" sz="half" idx="10"/>
          </p:nvPr>
        </p:nvSpPr>
        <p:spPr>
          <a:xfrm>
            <a:off x="381000" y="6953114"/>
            <a:ext cx="1142873" cy="380943"/>
          </a:xfrm>
        </p:spPr>
        <p:txBody>
          <a:bodyPr/>
          <a:lstStyle/>
          <a:p>
            <a:fld id="{30A2658B-9DCA-4C61-BE60-88DEF3D1D478}" type="datetime1">
              <a:rPr lang="de-DE" smtClean="0"/>
              <a:t>25.09.2023</a:t>
            </a:fld>
            <a:endParaRPr lang="de-DE"/>
          </a:p>
        </p:txBody>
      </p:sp>
      <p:sp>
        <p:nvSpPr>
          <p:cNvPr id="8" name="Fußzeilenplatzhalter 7" hidden="1"/>
          <p:cNvSpPr>
            <a:spLocks noGrp="1"/>
          </p:cNvSpPr>
          <p:nvPr>
            <p:ph type="ftr" sz="quarter" idx="11"/>
          </p:nvPr>
        </p:nvSpPr>
        <p:spPr>
          <a:xfrm>
            <a:off x="2762249" y="6953156"/>
            <a:ext cx="6666759" cy="380943"/>
          </a:xfrm>
        </p:spPr>
        <p:txBody>
          <a:bodyPr/>
          <a:lstStyle/>
          <a:p>
            <a:r>
              <a:rPr lang="de-DE"/>
              <a:t>Präsentationstitel/Autor/Veranstaltung</a:t>
            </a:r>
            <a:endParaRPr lang="de-DE" dirty="0"/>
          </a:p>
        </p:txBody>
      </p:sp>
      <p:sp>
        <p:nvSpPr>
          <p:cNvPr id="9" name="Foliennummernplatzhalter 8" hidden="1"/>
          <p:cNvSpPr>
            <a:spLocks noGrp="1"/>
          </p:cNvSpPr>
          <p:nvPr>
            <p:ph type="sldNum" sz="quarter" idx="12"/>
          </p:nvPr>
        </p:nvSpPr>
        <p:spPr>
          <a:xfrm>
            <a:off x="11049084" y="6953114"/>
            <a:ext cx="761915" cy="380943"/>
          </a:xfrm>
        </p:spPr>
        <p:txBody>
          <a:bodyPr/>
          <a:lstStyle/>
          <a:p>
            <a:fld id="{527F1E04-A1A3-475C-A843-CFD0985386EF}" type="slidenum">
              <a:rPr lang="de-DE" smtClean="0"/>
              <a:pPr/>
              <a:t>‹#›</a:t>
            </a:fld>
            <a:endParaRPr lang="de-DE"/>
          </a:p>
        </p:txBody>
      </p:sp>
      <p:grpSp>
        <p:nvGrpSpPr>
          <p:cNvPr id="10" name="Gruppieren 9"/>
          <p:cNvGrpSpPr>
            <a:grpSpLocks noChangeAspect="1"/>
          </p:cNvGrpSpPr>
          <p:nvPr userDrawn="1"/>
        </p:nvGrpSpPr>
        <p:grpSpPr>
          <a:xfrm>
            <a:off x="381003" y="381211"/>
            <a:ext cx="2230877" cy="857122"/>
            <a:chOff x="7081838" y="144463"/>
            <a:chExt cx="1871662" cy="719137"/>
          </a:xfrm>
        </p:grpSpPr>
        <p:sp>
          <p:nvSpPr>
            <p:cNvPr id="11" name="AutoShape 3"/>
            <p:cNvSpPr>
              <a:spLocks noChangeAspect="1" noChangeArrowheads="1" noTextEdit="1"/>
            </p:cNvSpPr>
            <p:nvPr userDrawn="1"/>
          </p:nvSpPr>
          <p:spPr bwMode="auto">
            <a:xfrm>
              <a:off x="7081838" y="144463"/>
              <a:ext cx="1871662"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2" name="Freeform 5"/>
            <p:cNvSpPr>
              <a:spLocks/>
            </p:cNvSpPr>
            <p:nvPr userDrawn="1"/>
          </p:nvSpPr>
          <p:spPr bwMode="auto">
            <a:xfrm>
              <a:off x="8216900" y="144463"/>
              <a:ext cx="455612" cy="392112"/>
            </a:xfrm>
            <a:custGeom>
              <a:avLst/>
              <a:gdLst>
                <a:gd name="T0" fmla="*/ 944 w 1277"/>
                <a:gd name="T1" fmla="*/ 552 h 1104"/>
                <a:gd name="T2" fmla="*/ 1277 w 1277"/>
                <a:gd name="T3" fmla="*/ 0 h 1104"/>
                <a:gd name="T4" fmla="*/ 0 w 1277"/>
                <a:gd name="T5" fmla="*/ 0 h 1104"/>
                <a:gd name="T6" fmla="*/ 0 w 1277"/>
                <a:gd name="T7" fmla="*/ 1104 h 1104"/>
                <a:gd name="T8" fmla="*/ 944 w 1277"/>
                <a:gd name="T9" fmla="*/ 552 h 1104"/>
              </a:gdLst>
              <a:ahLst/>
              <a:cxnLst>
                <a:cxn ang="0">
                  <a:pos x="T0" y="T1"/>
                </a:cxn>
                <a:cxn ang="0">
                  <a:pos x="T2" y="T3"/>
                </a:cxn>
                <a:cxn ang="0">
                  <a:pos x="T4" y="T5"/>
                </a:cxn>
                <a:cxn ang="0">
                  <a:pos x="T6" y="T7"/>
                </a:cxn>
                <a:cxn ang="0">
                  <a:pos x="T8" y="T9"/>
                </a:cxn>
              </a:cxnLst>
              <a:rect l="0" t="0" r="r" b="b"/>
              <a:pathLst>
                <a:path w="1277" h="1104">
                  <a:moveTo>
                    <a:pt x="944" y="552"/>
                  </a:moveTo>
                  <a:cubicBezTo>
                    <a:pt x="1110" y="357"/>
                    <a:pt x="1203" y="197"/>
                    <a:pt x="1277" y="0"/>
                  </a:cubicBezTo>
                  <a:lnTo>
                    <a:pt x="0" y="0"/>
                  </a:lnTo>
                  <a:lnTo>
                    <a:pt x="0" y="1104"/>
                  </a:lnTo>
                  <a:cubicBezTo>
                    <a:pt x="253" y="1070"/>
                    <a:pt x="607" y="949"/>
                    <a:pt x="944" y="552"/>
                  </a:cubicBezTo>
                  <a:close/>
                </a:path>
              </a:pathLst>
            </a:custGeom>
            <a:solidFill>
              <a:srgbClr val="07529A"/>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13" name="Rectangle 6"/>
            <p:cNvSpPr>
              <a:spLocks noChangeArrowheads="1"/>
            </p:cNvSpPr>
            <p:nvPr userDrawn="1"/>
          </p:nvSpPr>
          <p:spPr bwMode="auto">
            <a:xfrm>
              <a:off x="8216900" y="654050"/>
              <a:ext cx="714375" cy="200025"/>
            </a:xfrm>
            <a:prstGeom prst="rect">
              <a:avLst/>
            </a:prstGeom>
            <a:solidFill>
              <a:srgbClr val="EAB90C"/>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14" name="Freeform 7"/>
            <p:cNvSpPr>
              <a:spLocks/>
            </p:cNvSpPr>
            <p:nvPr userDrawn="1"/>
          </p:nvSpPr>
          <p:spPr bwMode="auto">
            <a:xfrm>
              <a:off x="8216900" y="144463"/>
              <a:ext cx="714375" cy="477837"/>
            </a:xfrm>
            <a:custGeom>
              <a:avLst/>
              <a:gdLst>
                <a:gd name="T0" fmla="*/ 2000 w 2000"/>
                <a:gd name="T1" fmla="*/ 0 h 1349"/>
                <a:gd name="T2" fmla="*/ 1361 w 2000"/>
                <a:gd name="T3" fmla="*/ 0 h 1349"/>
                <a:gd name="T4" fmla="*/ 992 w 2000"/>
                <a:gd name="T5" fmla="*/ 627 h 1349"/>
                <a:gd name="T6" fmla="*/ 0 w 2000"/>
                <a:gd name="T7" fmla="*/ 1193 h 1349"/>
                <a:gd name="T8" fmla="*/ 0 w 2000"/>
                <a:gd name="T9" fmla="*/ 1349 h 1349"/>
                <a:gd name="T10" fmla="*/ 2000 w 2000"/>
                <a:gd name="T11" fmla="*/ 1349 h 1349"/>
                <a:gd name="T12" fmla="*/ 2000 w 2000"/>
                <a:gd name="T13" fmla="*/ 0 h 1349"/>
              </a:gdLst>
              <a:ahLst/>
              <a:cxnLst>
                <a:cxn ang="0">
                  <a:pos x="T0" y="T1"/>
                </a:cxn>
                <a:cxn ang="0">
                  <a:pos x="T2" y="T3"/>
                </a:cxn>
                <a:cxn ang="0">
                  <a:pos x="T4" y="T5"/>
                </a:cxn>
                <a:cxn ang="0">
                  <a:pos x="T6" y="T7"/>
                </a:cxn>
                <a:cxn ang="0">
                  <a:pos x="T8" y="T9"/>
                </a:cxn>
                <a:cxn ang="0">
                  <a:pos x="T10" y="T11"/>
                </a:cxn>
                <a:cxn ang="0">
                  <a:pos x="T12" y="T13"/>
                </a:cxn>
              </a:cxnLst>
              <a:rect l="0" t="0"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15" name="Freeform 8"/>
            <p:cNvSpPr>
              <a:spLocks noEditPoints="1"/>
            </p:cNvSpPr>
            <p:nvPr userDrawn="1"/>
          </p:nvSpPr>
          <p:spPr bwMode="auto">
            <a:xfrm>
              <a:off x="8250238" y="690563"/>
              <a:ext cx="95250" cy="131762"/>
            </a:xfrm>
            <a:custGeom>
              <a:avLst/>
              <a:gdLst>
                <a:gd name="T0" fmla="*/ 134 w 264"/>
                <a:gd name="T1" fmla="*/ 318 h 371"/>
                <a:gd name="T2" fmla="*/ 198 w 264"/>
                <a:gd name="T3" fmla="*/ 265 h 371"/>
                <a:gd name="T4" fmla="*/ 132 w 264"/>
                <a:gd name="T5" fmla="*/ 203 h 371"/>
                <a:gd name="T6" fmla="*/ 65 w 264"/>
                <a:gd name="T7" fmla="*/ 203 h 371"/>
                <a:gd name="T8" fmla="*/ 65 w 264"/>
                <a:gd name="T9" fmla="*/ 318 h 371"/>
                <a:gd name="T10" fmla="*/ 134 w 264"/>
                <a:gd name="T11" fmla="*/ 318 h 371"/>
                <a:gd name="T12" fmla="*/ 65 w 264"/>
                <a:gd name="T13" fmla="*/ 53 h 371"/>
                <a:gd name="T14" fmla="*/ 65 w 264"/>
                <a:gd name="T15" fmla="*/ 155 h 371"/>
                <a:gd name="T16" fmla="*/ 131 w 264"/>
                <a:gd name="T17" fmla="*/ 155 h 371"/>
                <a:gd name="T18" fmla="*/ 190 w 264"/>
                <a:gd name="T19" fmla="*/ 103 h 371"/>
                <a:gd name="T20" fmla="*/ 126 w 264"/>
                <a:gd name="T21" fmla="*/ 53 h 371"/>
                <a:gd name="T22" fmla="*/ 65 w 264"/>
                <a:gd name="T23" fmla="*/ 53 h 371"/>
                <a:gd name="T24" fmla="*/ 191 w 264"/>
                <a:gd name="T25" fmla="*/ 180 h 371"/>
                <a:gd name="T26" fmla="*/ 264 w 264"/>
                <a:gd name="T27" fmla="*/ 277 h 371"/>
                <a:gd name="T28" fmla="*/ 145 w 264"/>
                <a:gd name="T29" fmla="*/ 371 h 371"/>
                <a:gd name="T30" fmla="*/ 0 w 264"/>
                <a:gd name="T31" fmla="*/ 367 h 371"/>
                <a:gd name="T32" fmla="*/ 0 w 264"/>
                <a:gd name="T33" fmla="*/ 4 h 371"/>
                <a:gd name="T34" fmla="*/ 129 w 264"/>
                <a:gd name="T35" fmla="*/ 0 h 371"/>
                <a:gd name="T36" fmla="*/ 253 w 264"/>
                <a:gd name="T37" fmla="*/ 95 h 371"/>
                <a:gd name="T38" fmla="*/ 191 w 264"/>
                <a:gd name="T39" fmla="*/ 178 h 371"/>
                <a:gd name="T40" fmla="*/ 191 w 264"/>
                <a:gd name="T41"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4" h="371">
                  <a:moveTo>
                    <a:pt x="134" y="318"/>
                  </a:moveTo>
                  <a:cubicBezTo>
                    <a:pt x="183" y="318"/>
                    <a:pt x="198" y="308"/>
                    <a:pt x="198" y="265"/>
                  </a:cubicBezTo>
                  <a:cubicBezTo>
                    <a:pt x="198" y="216"/>
                    <a:pt x="182" y="204"/>
                    <a:pt x="132" y="203"/>
                  </a:cubicBezTo>
                  <a:lnTo>
                    <a:pt x="65" y="203"/>
                  </a:lnTo>
                  <a:lnTo>
                    <a:pt x="65" y="318"/>
                  </a:lnTo>
                  <a:lnTo>
                    <a:pt x="134" y="318"/>
                  </a:lnTo>
                  <a:close/>
                  <a:moveTo>
                    <a:pt x="65" y="53"/>
                  </a:moveTo>
                  <a:lnTo>
                    <a:pt x="65" y="155"/>
                  </a:lnTo>
                  <a:lnTo>
                    <a:pt x="131" y="155"/>
                  </a:lnTo>
                  <a:cubicBezTo>
                    <a:pt x="175" y="155"/>
                    <a:pt x="190" y="145"/>
                    <a:pt x="190" y="103"/>
                  </a:cubicBezTo>
                  <a:cubicBezTo>
                    <a:pt x="190" y="63"/>
                    <a:pt x="174" y="53"/>
                    <a:pt x="126" y="53"/>
                  </a:cubicBezTo>
                  <a:lnTo>
                    <a:pt x="65" y="53"/>
                  </a:lnTo>
                  <a:close/>
                  <a:moveTo>
                    <a:pt x="191" y="180"/>
                  </a:moveTo>
                  <a:cubicBezTo>
                    <a:pt x="245" y="185"/>
                    <a:pt x="264" y="219"/>
                    <a:pt x="264" y="277"/>
                  </a:cubicBezTo>
                  <a:cubicBezTo>
                    <a:pt x="264" y="351"/>
                    <a:pt x="230" y="371"/>
                    <a:pt x="145" y="371"/>
                  </a:cubicBezTo>
                  <a:cubicBezTo>
                    <a:pt x="79" y="371"/>
                    <a:pt x="44" y="371"/>
                    <a:pt x="0" y="367"/>
                  </a:cubicBezTo>
                  <a:lnTo>
                    <a:pt x="0" y="4"/>
                  </a:lnTo>
                  <a:cubicBezTo>
                    <a:pt x="39" y="1"/>
                    <a:pt x="71" y="0"/>
                    <a:pt x="129" y="0"/>
                  </a:cubicBezTo>
                  <a:cubicBezTo>
                    <a:pt x="220" y="0"/>
                    <a:pt x="253" y="20"/>
                    <a:pt x="253" y="95"/>
                  </a:cubicBezTo>
                  <a:cubicBezTo>
                    <a:pt x="253" y="147"/>
                    <a:pt x="235" y="174"/>
                    <a:pt x="191" y="178"/>
                  </a:cubicBezTo>
                  <a:lnTo>
                    <a:pt x="191" y="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6" name="Freeform 9"/>
            <p:cNvSpPr>
              <a:spLocks noEditPoints="1"/>
            </p:cNvSpPr>
            <p:nvPr userDrawn="1"/>
          </p:nvSpPr>
          <p:spPr bwMode="auto">
            <a:xfrm>
              <a:off x="8364538" y="688975"/>
              <a:ext cx="106362" cy="133350"/>
            </a:xfrm>
            <a:custGeom>
              <a:avLst/>
              <a:gdLst>
                <a:gd name="T0" fmla="*/ 69 w 299"/>
                <a:gd name="T1" fmla="*/ 188 h 376"/>
                <a:gd name="T2" fmla="*/ 149 w 299"/>
                <a:gd name="T3" fmla="*/ 320 h 376"/>
                <a:gd name="T4" fmla="*/ 230 w 299"/>
                <a:gd name="T5" fmla="*/ 188 h 376"/>
                <a:gd name="T6" fmla="*/ 149 w 299"/>
                <a:gd name="T7" fmla="*/ 56 h 376"/>
                <a:gd name="T8" fmla="*/ 69 w 299"/>
                <a:gd name="T9" fmla="*/ 188 h 376"/>
                <a:gd name="T10" fmla="*/ 299 w 299"/>
                <a:gd name="T11" fmla="*/ 188 h 376"/>
                <a:gd name="T12" fmla="*/ 149 w 299"/>
                <a:gd name="T13" fmla="*/ 376 h 376"/>
                <a:gd name="T14" fmla="*/ 0 w 299"/>
                <a:gd name="T15" fmla="*/ 188 h 376"/>
                <a:gd name="T16" fmla="*/ 149 w 299"/>
                <a:gd name="T17" fmla="*/ 0 h 376"/>
                <a:gd name="T18" fmla="*/ 299 w 299"/>
                <a:gd name="T19" fmla="*/ 18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9" h="376">
                  <a:moveTo>
                    <a:pt x="69" y="188"/>
                  </a:moveTo>
                  <a:cubicBezTo>
                    <a:pt x="69" y="289"/>
                    <a:pt x="88" y="320"/>
                    <a:pt x="149" y="320"/>
                  </a:cubicBezTo>
                  <a:cubicBezTo>
                    <a:pt x="211" y="320"/>
                    <a:pt x="230" y="289"/>
                    <a:pt x="230" y="188"/>
                  </a:cubicBezTo>
                  <a:cubicBezTo>
                    <a:pt x="230" y="87"/>
                    <a:pt x="211" y="56"/>
                    <a:pt x="149" y="56"/>
                  </a:cubicBezTo>
                  <a:cubicBezTo>
                    <a:pt x="88" y="56"/>
                    <a:pt x="69" y="87"/>
                    <a:pt x="69" y="188"/>
                  </a:cubicBezTo>
                  <a:close/>
                  <a:moveTo>
                    <a:pt x="299" y="188"/>
                  </a:moveTo>
                  <a:cubicBezTo>
                    <a:pt x="299" y="332"/>
                    <a:pt x="260" y="376"/>
                    <a:pt x="149" y="376"/>
                  </a:cubicBezTo>
                  <a:cubicBezTo>
                    <a:pt x="39" y="376"/>
                    <a:pt x="0" y="332"/>
                    <a:pt x="0" y="188"/>
                  </a:cubicBezTo>
                  <a:cubicBezTo>
                    <a:pt x="0" y="44"/>
                    <a:pt x="39" y="0"/>
                    <a:pt x="149" y="0"/>
                  </a:cubicBezTo>
                  <a:cubicBezTo>
                    <a:pt x="260" y="0"/>
                    <a:pt x="299" y="44"/>
                    <a:pt x="299" y="1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7" name="Freeform 10"/>
            <p:cNvSpPr>
              <a:spLocks/>
            </p:cNvSpPr>
            <p:nvPr userDrawn="1"/>
          </p:nvSpPr>
          <p:spPr bwMode="auto">
            <a:xfrm>
              <a:off x="8496300" y="692150"/>
              <a:ext cx="104775" cy="128587"/>
            </a:xfrm>
            <a:custGeom>
              <a:avLst/>
              <a:gdLst>
                <a:gd name="T0" fmla="*/ 295 w 295"/>
                <a:gd name="T1" fmla="*/ 339 h 363"/>
                <a:gd name="T2" fmla="*/ 271 w 295"/>
                <a:gd name="T3" fmla="*/ 363 h 363"/>
                <a:gd name="T4" fmla="*/ 219 w 295"/>
                <a:gd name="T5" fmla="*/ 363 h 363"/>
                <a:gd name="T6" fmla="*/ 192 w 295"/>
                <a:gd name="T7" fmla="*/ 343 h 363"/>
                <a:gd name="T8" fmla="*/ 90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4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7" y="363"/>
                    <a:pt x="271" y="363"/>
                  </a:cubicBezTo>
                  <a:lnTo>
                    <a:pt x="219" y="363"/>
                  </a:lnTo>
                  <a:cubicBezTo>
                    <a:pt x="205" y="363"/>
                    <a:pt x="197" y="357"/>
                    <a:pt x="192" y="343"/>
                  </a:cubicBezTo>
                  <a:lnTo>
                    <a:pt x="90"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4"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8" name="Freeform 11"/>
            <p:cNvSpPr>
              <a:spLocks/>
            </p:cNvSpPr>
            <p:nvPr userDrawn="1"/>
          </p:nvSpPr>
          <p:spPr bwMode="auto">
            <a:xfrm>
              <a:off x="8629650" y="692150"/>
              <a:ext cx="104775" cy="128587"/>
            </a:xfrm>
            <a:custGeom>
              <a:avLst/>
              <a:gdLst>
                <a:gd name="T0" fmla="*/ 295 w 295"/>
                <a:gd name="T1" fmla="*/ 339 h 363"/>
                <a:gd name="T2" fmla="*/ 271 w 295"/>
                <a:gd name="T3" fmla="*/ 363 h 363"/>
                <a:gd name="T4" fmla="*/ 219 w 295"/>
                <a:gd name="T5" fmla="*/ 363 h 363"/>
                <a:gd name="T6" fmla="*/ 191 w 295"/>
                <a:gd name="T7" fmla="*/ 343 h 363"/>
                <a:gd name="T8" fmla="*/ 89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3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6" y="363"/>
                    <a:pt x="271" y="363"/>
                  </a:cubicBezTo>
                  <a:lnTo>
                    <a:pt x="219" y="363"/>
                  </a:lnTo>
                  <a:cubicBezTo>
                    <a:pt x="204" y="363"/>
                    <a:pt x="197" y="357"/>
                    <a:pt x="191" y="343"/>
                  </a:cubicBezTo>
                  <a:lnTo>
                    <a:pt x="89"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3"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9" name="Freeform 12"/>
            <p:cNvSpPr>
              <a:spLocks/>
            </p:cNvSpPr>
            <p:nvPr userDrawn="1"/>
          </p:nvSpPr>
          <p:spPr bwMode="auto">
            <a:xfrm>
              <a:off x="7081838" y="695058"/>
              <a:ext cx="95250" cy="130175"/>
            </a:xfrm>
            <a:custGeom>
              <a:avLst/>
              <a:gdLst>
                <a:gd name="T0" fmla="*/ 267 w 267"/>
                <a:gd name="T1" fmla="*/ 223 h 370"/>
                <a:gd name="T2" fmla="*/ 136 w 267"/>
                <a:gd name="T3" fmla="*/ 370 h 370"/>
                <a:gd name="T4" fmla="*/ 0 w 267"/>
                <a:gd name="T5" fmla="*/ 223 h 370"/>
                <a:gd name="T6" fmla="*/ 0 w 267"/>
                <a:gd name="T7" fmla="*/ 0 h 370"/>
                <a:gd name="T8" fmla="*/ 53 w 267"/>
                <a:gd name="T9" fmla="*/ 0 h 370"/>
                <a:gd name="T10" fmla="*/ 53 w 267"/>
                <a:gd name="T11" fmla="*/ 223 h 370"/>
                <a:gd name="T12" fmla="*/ 134 w 267"/>
                <a:gd name="T13" fmla="*/ 323 h 370"/>
                <a:gd name="T14" fmla="*/ 215 w 267"/>
                <a:gd name="T15" fmla="*/ 223 h 370"/>
                <a:gd name="T16" fmla="*/ 215 w 267"/>
                <a:gd name="T17" fmla="*/ 0 h 370"/>
                <a:gd name="T18" fmla="*/ 267 w 267"/>
                <a:gd name="T19" fmla="*/ 0 h 370"/>
                <a:gd name="T20" fmla="*/ 267 w 267"/>
                <a:gd name="T21" fmla="*/ 22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70">
                  <a:moveTo>
                    <a:pt x="267" y="223"/>
                  </a:moveTo>
                  <a:cubicBezTo>
                    <a:pt x="267" y="330"/>
                    <a:pt x="232" y="370"/>
                    <a:pt x="136" y="370"/>
                  </a:cubicBezTo>
                  <a:cubicBezTo>
                    <a:pt x="36" y="370"/>
                    <a:pt x="0" y="330"/>
                    <a:pt x="0" y="223"/>
                  </a:cubicBezTo>
                  <a:lnTo>
                    <a:pt x="0" y="0"/>
                  </a:lnTo>
                  <a:lnTo>
                    <a:pt x="53" y="0"/>
                  </a:lnTo>
                  <a:lnTo>
                    <a:pt x="53" y="223"/>
                  </a:lnTo>
                  <a:cubicBezTo>
                    <a:pt x="53" y="298"/>
                    <a:pt x="73" y="323"/>
                    <a:pt x="134" y="323"/>
                  </a:cubicBezTo>
                  <a:cubicBezTo>
                    <a:pt x="193" y="323"/>
                    <a:pt x="215" y="298"/>
                    <a:pt x="215" y="223"/>
                  </a:cubicBezTo>
                  <a:lnTo>
                    <a:pt x="215" y="0"/>
                  </a:lnTo>
                  <a:lnTo>
                    <a:pt x="267" y="0"/>
                  </a:lnTo>
                  <a:lnTo>
                    <a:pt x="267" y="22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0" name="Freeform 13"/>
            <p:cNvSpPr>
              <a:spLocks/>
            </p:cNvSpPr>
            <p:nvPr userDrawn="1"/>
          </p:nvSpPr>
          <p:spPr bwMode="auto">
            <a:xfrm>
              <a:off x="7207250" y="695058"/>
              <a:ext cx="101600" cy="128587"/>
            </a:xfrm>
            <a:custGeom>
              <a:avLst/>
              <a:gdLst>
                <a:gd name="T0" fmla="*/ 284 w 284"/>
                <a:gd name="T1" fmla="*/ 343 h 363"/>
                <a:gd name="T2" fmla="*/ 265 w 284"/>
                <a:gd name="T3" fmla="*/ 363 h 363"/>
                <a:gd name="T4" fmla="*/ 215 w 284"/>
                <a:gd name="T5" fmla="*/ 363 h 363"/>
                <a:gd name="T6" fmla="*/ 192 w 284"/>
                <a:gd name="T7" fmla="*/ 347 h 363"/>
                <a:gd name="T8" fmla="*/ 79 w 284"/>
                <a:gd name="T9" fmla="*/ 100 h 363"/>
                <a:gd name="T10" fmla="*/ 57 w 284"/>
                <a:gd name="T11" fmla="*/ 49 h 363"/>
                <a:gd name="T12" fmla="*/ 50 w 284"/>
                <a:gd name="T13" fmla="*/ 49 h 363"/>
                <a:gd name="T14" fmla="*/ 53 w 284"/>
                <a:gd name="T15" fmla="*/ 100 h 363"/>
                <a:gd name="T16" fmla="*/ 53 w 284"/>
                <a:gd name="T17" fmla="*/ 363 h 363"/>
                <a:gd name="T18" fmla="*/ 0 w 284"/>
                <a:gd name="T19" fmla="*/ 363 h 363"/>
                <a:gd name="T20" fmla="*/ 0 w 284"/>
                <a:gd name="T21" fmla="*/ 21 h 363"/>
                <a:gd name="T22" fmla="*/ 20 w 284"/>
                <a:gd name="T23" fmla="*/ 0 h 363"/>
                <a:gd name="T24" fmla="*/ 68 w 284"/>
                <a:gd name="T25" fmla="*/ 0 h 363"/>
                <a:gd name="T26" fmla="*/ 92 w 284"/>
                <a:gd name="T27" fmla="*/ 17 h 363"/>
                <a:gd name="T28" fmla="*/ 202 w 284"/>
                <a:gd name="T29" fmla="*/ 257 h 363"/>
                <a:gd name="T30" fmla="*/ 227 w 284"/>
                <a:gd name="T31" fmla="*/ 312 h 363"/>
                <a:gd name="T32" fmla="*/ 235 w 284"/>
                <a:gd name="T33" fmla="*/ 312 h 363"/>
                <a:gd name="T34" fmla="*/ 232 w 284"/>
                <a:gd name="T35" fmla="*/ 255 h 363"/>
                <a:gd name="T36" fmla="*/ 232 w 284"/>
                <a:gd name="T37" fmla="*/ 0 h 363"/>
                <a:gd name="T38" fmla="*/ 284 w 284"/>
                <a:gd name="T39" fmla="*/ 0 h 363"/>
                <a:gd name="T40" fmla="*/ 284 w 284"/>
                <a:gd name="T41" fmla="*/ 34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4" h="363">
                  <a:moveTo>
                    <a:pt x="284" y="343"/>
                  </a:moveTo>
                  <a:cubicBezTo>
                    <a:pt x="284" y="356"/>
                    <a:pt x="277" y="363"/>
                    <a:pt x="265" y="363"/>
                  </a:cubicBezTo>
                  <a:lnTo>
                    <a:pt x="215" y="363"/>
                  </a:lnTo>
                  <a:cubicBezTo>
                    <a:pt x="203" y="363"/>
                    <a:pt x="197" y="358"/>
                    <a:pt x="192" y="347"/>
                  </a:cubicBezTo>
                  <a:lnTo>
                    <a:pt x="79" y="100"/>
                  </a:lnTo>
                  <a:cubicBezTo>
                    <a:pt x="73" y="86"/>
                    <a:pt x="62" y="64"/>
                    <a:pt x="57" y="49"/>
                  </a:cubicBezTo>
                  <a:lnTo>
                    <a:pt x="50" y="49"/>
                  </a:lnTo>
                  <a:cubicBezTo>
                    <a:pt x="52" y="66"/>
                    <a:pt x="53" y="83"/>
                    <a:pt x="53" y="100"/>
                  </a:cubicBezTo>
                  <a:lnTo>
                    <a:pt x="53" y="363"/>
                  </a:lnTo>
                  <a:lnTo>
                    <a:pt x="0" y="363"/>
                  </a:lnTo>
                  <a:lnTo>
                    <a:pt x="0" y="21"/>
                  </a:lnTo>
                  <a:cubicBezTo>
                    <a:pt x="0" y="7"/>
                    <a:pt x="7" y="0"/>
                    <a:pt x="20" y="0"/>
                  </a:cubicBezTo>
                  <a:lnTo>
                    <a:pt x="68" y="0"/>
                  </a:lnTo>
                  <a:cubicBezTo>
                    <a:pt x="80" y="0"/>
                    <a:pt x="86" y="6"/>
                    <a:pt x="92" y="17"/>
                  </a:cubicBezTo>
                  <a:lnTo>
                    <a:pt x="202" y="257"/>
                  </a:lnTo>
                  <a:cubicBezTo>
                    <a:pt x="208" y="272"/>
                    <a:pt x="219" y="293"/>
                    <a:pt x="227" y="312"/>
                  </a:cubicBezTo>
                  <a:lnTo>
                    <a:pt x="235" y="312"/>
                  </a:lnTo>
                  <a:cubicBezTo>
                    <a:pt x="233" y="293"/>
                    <a:pt x="232" y="274"/>
                    <a:pt x="232" y="255"/>
                  </a:cubicBezTo>
                  <a:lnTo>
                    <a:pt x="232" y="0"/>
                  </a:lnTo>
                  <a:lnTo>
                    <a:pt x="284" y="0"/>
                  </a:lnTo>
                  <a:lnTo>
                    <a:pt x="284" y="34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1" name="Rectangle 14"/>
            <p:cNvSpPr>
              <a:spLocks noChangeArrowheads="1"/>
            </p:cNvSpPr>
            <p:nvPr userDrawn="1"/>
          </p:nvSpPr>
          <p:spPr bwMode="auto">
            <a:xfrm>
              <a:off x="7340600" y="695058"/>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2" name="Freeform 15"/>
            <p:cNvSpPr>
              <a:spLocks/>
            </p:cNvSpPr>
            <p:nvPr userDrawn="1"/>
          </p:nvSpPr>
          <p:spPr bwMode="auto">
            <a:xfrm>
              <a:off x="7378701" y="695058"/>
              <a:ext cx="109537" cy="128587"/>
            </a:xfrm>
            <a:custGeom>
              <a:avLst/>
              <a:gdLst>
                <a:gd name="T0" fmla="*/ 199 w 306"/>
                <a:gd name="T1" fmla="*/ 348 h 363"/>
                <a:gd name="T2" fmla="*/ 179 w 306"/>
                <a:gd name="T3" fmla="*/ 363 h 363"/>
                <a:gd name="T4" fmla="*/ 128 w 306"/>
                <a:gd name="T5" fmla="*/ 363 h 363"/>
                <a:gd name="T6" fmla="*/ 108 w 306"/>
                <a:gd name="T7" fmla="*/ 348 h 363"/>
                <a:gd name="T8" fmla="*/ 0 w 306"/>
                <a:gd name="T9" fmla="*/ 0 h 363"/>
                <a:gd name="T10" fmla="*/ 55 w 306"/>
                <a:gd name="T11" fmla="*/ 0 h 363"/>
                <a:gd name="T12" fmla="*/ 137 w 306"/>
                <a:gd name="T13" fmla="*/ 283 h 363"/>
                <a:gd name="T14" fmla="*/ 147 w 306"/>
                <a:gd name="T15" fmla="*/ 323 h 363"/>
                <a:gd name="T16" fmla="*/ 161 w 306"/>
                <a:gd name="T17" fmla="*/ 323 h 363"/>
                <a:gd name="T18" fmla="*/ 171 w 306"/>
                <a:gd name="T19" fmla="*/ 283 h 363"/>
                <a:gd name="T20" fmla="*/ 252 w 306"/>
                <a:gd name="T21" fmla="*/ 0 h 363"/>
                <a:gd name="T22" fmla="*/ 306 w 306"/>
                <a:gd name="T23" fmla="*/ 0 h 363"/>
                <a:gd name="T24" fmla="*/ 199 w 306"/>
                <a:gd name="T25" fmla="*/ 34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363">
                  <a:moveTo>
                    <a:pt x="199" y="348"/>
                  </a:moveTo>
                  <a:cubicBezTo>
                    <a:pt x="197" y="357"/>
                    <a:pt x="189" y="363"/>
                    <a:pt x="179" y="363"/>
                  </a:cubicBezTo>
                  <a:lnTo>
                    <a:pt x="128" y="363"/>
                  </a:lnTo>
                  <a:cubicBezTo>
                    <a:pt x="118" y="363"/>
                    <a:pt x="110" y="357"/>
                    <a:pt x="108" y="348"/>
                  </a:cubicBezTo>
                  <a:lnTo>
                    <a:pt x="0" y="0"/>
                  </a:lnTo>
                  <a:lnTo>
                    <a:pt x="55" y="0"/>
                  </a:lnTo>
                  <a:lnTo>
                    <a:pt x="137" y="283"/>
                  </a:lnTo>
                  <a:cubicBezTo>
                    <a:pt x="140" y="296"/>
                    <a:pt x="143" y="310"/>
                    <a:pt x="147" y="323"/>
                  </a:cubicBezTo>
                  <a:lnTo>
                    <a:pt x="161" y="323"/>
                  </a:lnTo>
                  <a:cubicBezTo>
                    <a:pt x="163" y="310"/>
                    <a:pt x="167" y="296"/>
                    <a:pt x="171" y="283"/>
                  </a:cubicBezTo>
                  <a:lnTo>
                    <a:pt x="252" y="0"/>
                  </a:lnTo>
                  <a:lnTo>
                    <a:pt x="306" y="0"/>
                  </a:lnTo>
                  <a:lnTo>
                    <a:pt x="199" y="348"/>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3" name="Freeform 16"/>
            <p:cNvSpPr>
              <a:spLocks/>
            </p:cNvSpPr>
            <p:nvPr userDrawn="1"/>
          </p:nvSpPr>
          <p:spPr bwMode="auto">
            <a:xfrm>
              <a:off x="7505700" y="695058"/>
              <a:ext cx="80962" cy="128587"/>
            </a:xfrm>
            <a:custGeom>
              <a:avLst/>
              <a:gdLst>
                <a:gd name="T0" fmla="*/ 228 w 228"/>
                <a:gd name="T1" fmla="*/ 361 h 365"/>
                <a:gd name="T2" fmla="*/ 73 w 228"/>
                <a:gd name="T3" fmla="*/ 365 h 365"/>
                <a:gd name="T4" fmla="*/ 0 w 228"/>
                <a:gd name="T5" fmla="*/ 300 h 365"/>
                <a:gd name="T6" fmla="*/ 0 w 228"/>
                <a:gd name="T7" fmla="*/ 65 h 365"/>
                <a:gd name="T8" fmla="*/ 73 w 228"/>
                <a:gd name="T9" fmla="*/ 0 h 365"/>
                <a:gd name="T10" fmla="*/ 228 w 228"/>
                <a:gd name="T11" fmla="*/ 4 h 365"/>
                <a:gd name="T12" fmla="*/ 226 w 228"/>
                <a:gd name="T13" fmla="*/ 45 h 365"/>
                <a:gd name="T14" fmla="*/ 82 w 228"/>
                <a:gd name="T15" fmla="*/ 45 h 365"/>
                <a:gd name="T16" fmla="*/ 53 w 228"/>
                <a:gd name="T17" fmla="*/ 79 h 365"/>
                <a:gd name="T18" fmla="*/ 53 w 228"/>
                <a:gd name="T19" fmla="*/ 152 h 365"/>
                <a:gd name="T20" fmla="*/ 206 w 228"/>
                <a:gd name="T21" fmla="*/ 152 h 365"/>
                <a:gd name="T22" fmla="*/ 206 w 228"/>
                <a:gd name="T23" fmla="*/ 194 h 365"/>
                <a:gd name="T24" fmla="*/ 53 w 228"/>
                <a:gd name="T25" fmla="*/ 194 h 365"/>
                <a:gd name="T26" fmla="*/ 53 w 228"/>
                <a:gd name="T27" fmla="*/ 287 h 365"/>
                <a:gd name="T28" fmla="*/ 82 w 228"/>
                <a:gd name="T29" fmla="*/ 321 h 365"/>
                <a:gd name="T30" fmla="*/ 226 w 228"/>
                <a:gd name="T31" fmla="*/ 321 h 365"/>
                <a:gd name="T32" fmla="*/ 228 w 228"/>
                <a:gd name="T33" fmla="*/ 36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8" h="365">
                  <a:moveTo>
                    <a:pt x="228" y="361"/>
                  </a:moveTo>
                  <a:cubicBezTo>
                    <a:pt x="180" y="365"/>
                    <a:pt x="125" y="365"/>
                    <a:pt x="73" y="365"/>
                  </a:cubicBezTo>
                  <a:cubicBezTo>
                    <a:pt x="27" y="365"/>
                    <a:pt x="0" y="340"/>
                    <a:pt x="0" y="300"/>
                  </a:cubicBezTo>
                  <a:lnTo>
                    <a:pt x="0" y="65"/>
                  </a:lnTo>
                  <a:cubicBezTo>
                    <a:pt x="0" y="25"/>
                    <a:pt x="28" y="0"/>
                    <a:pt x="73" y="0"/>
                  </a:cubicBezTo>
                  <a:cubicBezTo>
                    <a:pt x="125" y="0"/>
                    <a:pt x="180" y="0"/>
                    <a:pt x="228" y="4"/>
                  </a:cubicBezTo>
                  <a:lnTo>
                    <a:pt x="226" y="45"/>
                  </a:lnTo>
                  <a:lnTo>
                    <a:pt x="82" y="45"/>
                  </a:lnTo>
                  <a:cubicBezTo>
                    <a:pt x="61" y="45"/>
                    <a:pt x="53" y="54"/>
                    <a:pt x="53" y="79"/>
                  </a:cubicBezTo>
                  <a:lnTo>
                    <a:pt x="53" y="152"/>
                  </a:lnTo>
                  <a:lnTo>
                    <a:pt x="206" y="152"/>
                  </a:lnTo>
                  <a:lnTo>
                    <a:pt x="206" y="194"/>
                  </a:lnTo>
                  <a:lnTo>
                    <a:pt x="53" y="194"/>
                  </a:lnTo>
                  <a:lnTo>
                    <a:pt x="53" y="287"/>
                  </a:lnTo>
                  <a:cubicBezTo>
                    <a:pt x="53" y="312"/>
                    <a:pt x="61" y="321"/>
                    <a:pt x="82" y="321"/>
                  </a:cubicBezTo>
                  <a:lnTo>
                    <a:pt x="226" y="321"/>
                  </a:lnTo>
                  <a:lnTo>
                    <a:pt x="228" y="361"/>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4" name="Freeform 17"/>
            <p:cNvSpPr>
              <a:spLocks noEditPoints="1"/>
            </p:cNvSpPr>
            <p:nvPr userDrawn="1"/>
          </p:nvSpPr>
          <p:spPr bwMode="auto">
            <a:xfrm>
              <a:off x="7612063" y="693471"/>
              <a:ext cx="92075" cy="130175"/>
            </a:xfrm>
            <a:custGeom>
              <a:avLst/>
              <a:gdLst>
                <a:gd name="T0" fmla="*/ 126 w 260"/>
                <a:gd name="T1" fmla="*/ 173 h 367"/>
                <a:gd name="T2" fmla="*/ 194 w 260"/>
                <a:gd name="T3" fmla="*/ 108 h 367"/>
                <a:gd name="T4" fmla="*/ 126 w 260"/>
                <a:gd name="T5" fmla="*/ 45 h 367"/>
                <a:gd name="T6" fmla="*/ 52 w 260"/>
                <a:gd name="T7" fmla="*/ 45 h 367"/>
                <a:gd name="T8" fmla="*/ 52 w 260"/>
                <a:gd name="T9" fmla="*/ 173 h 367"/>
                <a:gd name="T10" fmla="*/ 126 w 260"/>
                <a:gd name="T11" fmla="*/ 173 h 367"/>
                <a:gd name="T12" fmla="*/ 204 w 260"/>
                <a:gd name="T13" fmla="*/ 367 h 367"/>
                <a:gd name="T14" fmla="*/ 173 w 260"/>
                <a:gd name="T15" fmla="*/ 254 h 367"/>
                <a:gd name="T16" fmla="*/ 127 w 260"/>
                <a:gd name="T17" fmla="*/ 218 h 367"/>
                <a:gd name="T18" fmla="*/ 52 w 260"/>
                <a:gd name="T19" fmla="*/ 217 h 367"/>
                <a:gd name="T20" fmla="*/ 52 w 260"/>
                <a:gd name="T21" fmla="*/ 367 h 367"/>
                <a:gd name="T22" fmla="*/ 0 w 260"/>
                <a:gd name="T23" fmla="*/ 367 h 367"/>
                <a:gd name="T24" fmla="*/ 0 w 260"/>
                <a:gd name="T25" fmla="*/ 4 h 367"/>
                <a:gd name="T26" fmla="*/ 127 w 260"/>
                <a:gd name="T27" fmla="*/ 0 h 367"/>
                <a:gd name="T28" fmla="*/ 247 w 260"/>
                <a:gd name="T29" fmla="*/ 105 h 367"/>
                <a:gd name="T30" fmla="*/ 180 w 260"/>
                <a:gd name="T31" fmla="*/ 197 h 367"/>
                <a:gd name="T32" fmla="*/ 180 w 260"/>
                <a:gd name="T33" fmla="*/ 200 h 367"/>
                <a:gd name="T34" fmla="*/ 226 w 260"/>
                <a:gd name="T35" fmla="*/ 252 h 367"/>
                <a:gd name="T36" fmla="*/ 260 w 260"/>
                <a:gd name="T37" fmla="*/ 367 h 367"/>
                <a:gd name="T38" fmla="*/ 204 w 260"/>
                <a:gd name="T39" fmla="*/ 367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0" h="367">
                  <a:moveTo>
                    <a:pt x="126" y="173"/>
                  </a:moveTo>
                  <a:cubicBezTo>
                    <a:pt x="177" y="172"/>
                    <a:pt x="194" y="158"/>
                    <a:pt x="194" y="108"/>
                  </a:cubicBezTo>
                  <a:cubicBezTo>
                    <a:pt x="194" y="58"/>
                    <a:pt x="177" y="45"/>
                    <a:pt x="126" y="45"/>
                  </a:cubicBezTo>
                  <a:cubicBezTo>
                    <a:pt x="98" y="45"/>
                    <a:pt x="72" y="45"/>
                    <a:pt x="52" y="45"/>
                  </a:cubicBezTo>
                  <a:lnTo>
                    <a:pt x="52" y="173"/>
                  </a:lnTo>
                  <a:lnTo>
                    <a:pt x="126" y="173"/>
                  </a:lnTo>
                  <a:close/>
                  <a:moveTo>
                    <a:pt x="204" y="367"/>
                  </a:moveTo>
                  <a:lnTo>
                    <a:pt x="173" y="254"/>
                  </a:lnTo>
                  <a:cubicBezTo>
                    <a:pt x="164" y="228"/>
                    <a:pt x="150" y="218"/>
                    <a:pt x="127" y="218"/>
                  </a:cubicBezTo>
                  <a:lnTo>
                    <a:pt x="52" y="217"/>
                  </a:lnTo>
                  <a:lnTo>
                    <a:pt x="52" y="367"/>
                  </a:lnTo>
                  <a:lnTo>
                    <a:pt x="0" y="367"/>
                  </a:lnTo>
                  <a:lnTo>
                    <a:pt x="0" y="4"/>
                  </a:lnTo>
                  <a:cubicBezTo>
                    <a:pt x="40" y="0"/>
                    <a:pt x="68" y="0"/>
                    <a:pt x="127" y="0"/>
                  </a:cubicBezTo>
                  <a:cubicBezTo>
                    <a:pt x="212" y="0"/>
                    <a:pt x="247" y="23"/>
                    <a:pt x="247" y="105"/>
                  </a:cubicBezTo>
                  <a:cubicBezTo>
                    <a:pt x="247" y="162"/>
                    <a:pt x="229" y="191"/>
                    <a:pt x="180" y="197"/>
                  </a:cubicBezTo>
                  <a:lnTo>
                    <a:pt x="180" y="200"/>
                  </a:lnTo>
                  <a:cubicBezTo>
                    <a:pt x="198" y="205"/>
                    <a:pt x="218" y="221"/>
                    <a:pt x="226" y="252"/>
                  </a:cubicBezTo>
                  <a:lnTo>
                    <a:pt x="260" y="367"/>
                  </a:lnTo>
                  <a:lnTo>
                    <a:pt x="204" y="36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5" name="Freeform 18"/>
            <p:cNvSpPr>
              <a:spLocks/>
            </p:cNvSpPr>
            <p:nvPr userDrawn="1"/>
          </p:nvSpPr>
          <p:spPr bwMode="auto">
            <a:xfrm>
              <a:off x="7723188" y="691883"/>
              <a:ext cx="85725" cy="133350"/>
            </a:xfrm>
            <a:custGeom>
              <a:avLst/>
              <a:gdLst>
                <a:gd name="T0" fmla="*/ 229 w 243"/>
                <a:gd name="T1" fmla="*/ 11 h 375"/>
                <a:gd name="T2" fmla="*/ 226 w 243"/>
                <a:gd name="T3" fmla="*/ 49 h 375"/>
                <a:gd name="T4" fmla="*/ 122 w 243"/>
                <a:gd name="T5" fmla="*/ 47 h 375"/>
                <a:gd name="T6" fmla="*/ 53 w 243"/>
                <a:gd name="T7" fmla="*/ 97 h 375"/>
                <a:gd name="T8" fmla="*/ 97 w 243"/>
                <a:gd name="T9" fmla="*/ 152 h 375"/>
                <a:gd name="T10" fmla="*/ 169 w 243"/>
                <a:gd name="T11" fmla="*/ 172 h 375"/>
                <a:gd name="T12" fmla="*/ 243 w 243"/>
                <a:gd name="T13" fmla="*/ 276 h 375"/>
                <a:gd name="T14" fmla="*/ 119 w 243"/>
                <a:gd name="T15" fmla="*/ 375 h 375"/>
                <a:gd name="T16" fmla="*/ 5 w 243"/>
                <a:gd name="T17" fmla="*/ 365 h 375"/>
                <a:gd name="T18" fmla="*/ 9 w 243"/>
                <a:gd name="T19" fmla="*/ 326 h 375"/>
                <a:gd name="T20" fmla="*/ 120 w 243"/>
                <a:gd name="T21" fmla="*/ 329 h 375"/>
                <a:gd name="T22" fmla="*/ 189 w 243"/>
                <a:gd name="T23" fmla="*/ 275 h 375"/>
                <a:gd name="T24" fmla="*/ 146 w 243"/>
                <a:gd name="T25" fmla="*/ 219 h 375"/>
                <a:gd name="T26" fmla="*/ 72 w 243"/>
                <a:gd name="T27" fmla="*/ 199 h 375"/>
                <a:gd name="T28" fmla="*/ 0 w 243"/>
                <a:gd name="T29" fmla="*/ 96 h 375"/>
                <a:gd name="T30" fmla="*/ 120 w 243"/>
                <a:gd name="T31" fmla="*/ 0 h 375"/>
                <a:gd name="T32" fmla="*/ 229 w 243"/>
                <a:gd name="T33" fmla="*/ 1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375">
                  <a:moveTo>
                    <a:pt x="229" y="11"/>
                  </a:moveTo>
                  <a:lnTo>
                    <a:pt x="226" y="49"/>
                  </a:lnTo>
                  <a:cubicBezTo>
                    <a:pt x="195" y="48"/>
                    <a:pt x="156" y="47"/>
                    <a:pt x="122" y="47"/>
                  </a:cubicBezTo>
                  <a:cubicBezTo>
                    <a:pt x="72" y="47"/>
                    <a:pt x="53" y="49"/>
                    <a:pt x="53" y="97"/>
                  </a:cubicBezTo>
                  <a:cubicBezTo>
                    <a:pt x="53" y="135"/>
                    <a:pt x="67" y="145"/>
                    <a:pt x="97" y="152"/>
                  </a:cubicBezTo>
                  <a:lnTo>
                    <a:pt x="169" y="172"/>
                  </a:lnTo>
                  <a:cubicBezTo>
                    <a:pt x="225" y="188"/>
                    <a:pt x="243" y="221"/>
                    <a:pt x="243" y="276"/>
                  </a:cubicBezTo>
                  <a:cubicBezTo>
                    <a:pt x="243" y="359"/>
                    <a:pt x="206" y="375"/>
                    <a:pt x="119" y="375"/>
                  </a:cubicBezTo>
                  <a:cubicBezTo>
                    <a:pt x="96" y="375"/>
                    <a:pt x="56" y="374"/>
                    <a:pt x="5" y="365"/>
                  </a:cubicBezTo>
                  <a:lnTo>
                    <a:pt x="9" y="326"/>
                  </a:lnTo>
                  <a:cubicBezTo>
                    <a:pt x="75" y="328"/>
                    <a:pt x="93" y="329"/>
                    <a:pt x="120" y="329"/>
                  </a:cubicBezTo>
                  <a:cubicBezTo>
                    <a:pt x="173" y="328"/>
                    <a:pt x="189" y="320"/>
                    <a:pt x="189" y="275"/>
                  </a:cubicBezTo>
                  <a:cubicBezTo>
                    <a:pt x="189" y="236"/>
                    <a:pt x="175" y="227"/>
                    <a:pt x="146" y="219"/>
                  </a:cubicBezTo>
                  <a:lnTo>
                    <a:pt x="72" y="199"/>
                  </a:lnTo>
                  <a:cubicBezTo>
                    <a:pt x="19" y="184"/>
                    <a:pt x="0" y="151"/>
                    <a:pt x="0" y="96"/>
                  </a:cubicBezTo>
                  <a:cubicBezTo>
                    <a:pt x="0" y="12"/>
                    <a:pt x="38" y="0"/>
                    <a:pt x="120" y="0"/>
                  </a:cubicBezTo>
                  <a:cubicBezTo>
                    <a:pt x="154" y="0"/>
                    <a:pt x="192" y="2"/>
                    <a:pt x="229" y="11"/>
                  </a:cubicBez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6" name="Rectangle 19"/>
            <p:cNvSpPr>
              <a:spLocks noChangeArrowheads="1"/>
            </p:cNvSpPr>
            <p:nvPr userDrawn="1"/>
          </p:nvSpPr>
          <p:spPr bwMode="auto">
            <a:xfrm>
              <a:off x="7834312" y="695058"/>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7" name="Freeform 20"/>
            <p:cNvSpPr>
              <a:spLocks/>
            </p:cNvSpPr>
            <p:nvPr userDrawn="1"/>
          </p:nvSpPr>
          <p:spPr bwMode="auto">
            <a:xfrm>
              <a:off x="7872413" y="695058"/>
              <a:ext cx="101600" cy="128587"/>
            </a:xfrm>
            <a:custGeom>
              <a:avLst/>
              <a:gdLst>
                <a:gd name="T0" fmla="*/ 168 w 283"/>
                <a:gd name="T1" fmla="*/ 47 h 363"/>
                <a:gd name="T2" fmla="*/ 168 w 283"/>
                <a:gd name="T3" fmla="*/ 363 h 363"/>
                <a:gd name="T4" fmla="*/ 114 w 283"/>
                <a:gd name="T5" fmla="*/ 363 h 363"/>
                <a:gd name="T6" fmla="*/ 114 w 283"/>
                <a:gd name="T7" fmla="*/ 47 h 363"/>
                <a:gd name="T8" fmla="*/ 0 w 283"/>
                <a:gd name="T9" fmla="*/ 47 h 363"/>
                <a:gd name="T10" fmla="*/ 0 w 283"/>
                <a:gd name="T11" fmla="*/ 0 h 363"/>
                <a:gd name="T12" fmla="*/ 283 w 283"/>
                <a:gd name="T13" fmla="*/ 0 h 363"/>
                <a:gd name="T14" fmla="*/ 283 w 283"/>
                <a:gd name="T15" fmla="*/ 47 h 363"/>
                <a:gd name="T16" fmla="*/ 168 w 283"/>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363">
                  <a:moveTo>
                    <a:pt x="168" y="47"/>
                  </a:moveTo>
                  <a:lnTo>
                    <a:pt x="168" y="363"/>
                  </a:lnTo>
                  <a:lnTo>
                    <a:pt x="114" y="363"/>
                  </a:lnTo>
                  <a:lnTo>
                    <a:pt x="114" y="47"/>
                  </a:lnTo>
                  <a:lnTo>
                    <a:pt x="0" y="47"/>
                  </a:lnTo>
                  <a:lnTo>
                    <a:pt x="0" y="0"/>
                  </a:lnTo>
                  <a:lnTo>
                    <a:pt x="283" y="0"/>
                  </a:lnTo>
                  <a:lnTo>
                    <a:pt x="283" y="47"/>
                  </a:lnTo>
                  <a:lnTo>
                    <a:pt x="168"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8" name="Freeform 21"/>
            <p:cNvSpPr>
              <a:spLocks noEditPoints="1"/>
            </p:cNvSpPr>
            <p:nvPr userDrawn="1"/>
          </p:nvSpPr>
          <p:spPr bwMode="auto">
            <a:xfrm>
              <a:off x="7969250" y="660133"/>
              <a:ext cx="114299" cy="163512"/>
            </a:xfrm>
            <a:custGeom>
              <a:avLst/>
              <a:gdLst>
                <a:gd name="T0" fmla="*/ 199 w 321"/>
                <a:gd name="T1" fmla="*/ 57 h 459"/>
                <a:gd name="T2" fmla="*/ 185 w 321"/>
                <a:gd name="T3" fmla="*/ 43 h 459"/>
                <a:gd name="T4" fmla="*/ 185 w 321"/>
                <a:gd name="T5" fmla="*/ 14 h 459"/>
                <a:gd name="T6" fmla="*/ 199 w 321"/>
                <a:gd name="T7" fmla="*/ 0 h 459"/>
                <a:gd name="T8" fmla="*/ 215 w 321"/>
                <a:gd name="T9" fmla="*/ 0 h 459"/>
                <a:gd name="T10" fmla="*/ 230 w 321"/>
                <a:gd name="T11" fmla="*/ 14 h 459"/>
                <a:gd name="T12" fmla="*/ 230 w 321"/>
                <a:gd name="T13" fmla="*/ 43 h 459"/>
                <a:gd name="T14" fmla="*/ 215 w 321"/>
                <a:gd name="T15" fmla="*/ 57 h 459"/>
                <a:gd name="T16" fmla="*/ 199 w 321"/>
                <a:gd name="T17" fmla="*/ 57 h 459"/>
                <a:gd name="T18" fmla="*/ 176 w 321"/>
                <a:gd name="T19" fmla="*/ 166 h 459"/>
                <a:gd name="T20" fmla="*/ 167 w 321"/>
                <a:gd name="T21" fmla="*/ 137 h 459"/>
                <a:gd name="T22" fmla="*/ 153 w 321"/>
                <a:gd name="T23" fmla="*/ 137 h 459"/>
                <a:gd name="T24" fmla="*/ 144 w 321"/>
                <a:gd name="T25" fmla="*/ 166 h 459"/>
                <a:gd name="T26" fmla="*/ 102 w 321"/>
                <a:gd name="T27" fmla="*/ 304 h 459"/>
                <a:gd name="T28" fmla="*/ 218 w 321"/>
                <a:gd name="T29" fmla="*/ 304 h 459"/>
                <a:gd name="T30" fmla="*/ 176 w 321"/>
                <a:gd name="T31" fmla="*/ 166 h 459"/>
                <a:gd name="T32" fmla="*/ 105 w 321"/>
                <a:gd name="T33" fmla="*/ 57 h 459"/>
                <a:gd name="T34" fmla="*/ 92 w 321"/>
                <a:gd name="T35" fmla="*/ 43 h 459"/>
                <a:gd name="T36" fmla="*/ 92 w 321"/>
                <a:gd name="T37" fmla="*/ 14 h 459"/>
                <a:gd name="T38" fmla="*/ 105 w 321"/>
                <a:gd name="T39" fmla="*/ 0 h 459"/>
                <a:gd name="T40" fmla="*/ 122 w 321"/>
                <a:gd name="T41" fmla="*/ 0 h 459"/>
                <a:gd name="T42" fmla="*/ 136 w 321"/>
                <a:gd name="T43" fmla="*/ 14 h 459"/>
                <a:gd name="T44" fmla="*/ 136 w 321"/>
                <a:gd name="T45" fmla="*/ 43 h 459"/>
                <a:gd name="T46" fmla="*/ 122 w 321"/>
                <a:gd name="T47" fmla="*/ 57 h 459"/>
                <a:gd name="T48" fmla="*/ 105 w 321"/>
                <a:gd name="T49" fmla="*/ 57 h 459"/>
                <a:gd name="T50" fmla="*/ 88 w 321"/>
                <a:gd name="T51" fmla="*/ 350 h 459"/>
                <a:gd name="T52" fmla="*/ 54 w 321"/>
                <a:gd name="T53" fmla="*/ 459 h 459"/>
                <a:gd name="T54" fmla="*/ 0 w 321"/>
                <a:gd name="T55" fmla="*/ 459 h 459"/>
                <a:gd name="T56" fmla="*/ 114 w 321"/>
                <a:gd name="T57" fmla="*/ 110 h 459"/>
                <a:gd name="T58" fmla="*/ 133 w 321"/>
                <a:gd name="T59" fmla="*/ 96 h 459"/>
                <a:gd name="T60" fmla="*/ 187 w 321"/>
                <a:gd name="T61" fmla="*/ 96 h 459"/>
                <a:gd name="T62" fmla="*/ 206 w 321"/>
                <a:gd name="T63" fmla="*/ 110 h 459"/>
                <a:gd name="T64" fmla="*/ 321 w 321"/>
                <a:gd name="T65" fmla="*/ 459 h 459"/>
                <a:gd name="T66" fmla="*/ 266 w 321"/>
                <a:gd name="T67" fmla="*/ 459 h 459"/>
                <a:gd name="T68" fmla="*/ 233 w 321"/>
                <a:gd name="T69" fmla="*/ 350 h 459"/>
                <a:gd name="T70" fmla="*/ 88 w 321"/>
                <a:gd name="T71" fmla="*/ 35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1" h="459">
                  <a:moveTo>
                    <a:pt x="199" y="57"/>
                  </a:moveTo>
                  <a:cubicBezTo>
                    <a:pt x="189" y="57"/>
                    <a:pt x="185" y="53"/>
                    <a:pt x="185" y="43"/>
                  </a:cubicBezTo>
                  <a:lnTo>
                    <a:pt x="185" y="14"/>
                  </a:lnTo>
                  <a:cubicBezTo>
                    <a:pt x="185" y="6"/>
                    <a:pt x="189" y="0"/>
                    <a:pt x="199" y="0"/>
                  </a:cubicBezTo>
                  <a:lnTo>
                    <a:pt x="215" y="0"/>
                  </a:lnTo>
                  <a:cubicBezTo>
                    <a:pt x="224" y="0"/>
                    <a:pt x="230" y="6"/>
                    <a:pt x="230" y="14"/>
                  </a:cubicBezTo>
                  <a:lnTo>
                    <a:pt x="230" y="43"/>
                  </a:lnTo>
                  <a:cubicBezTo>
                    <a:pt x="230" y="53"/>
                    <a:pt x="224" y="57"/>
                    <a:pt x="215" y="57"/>
                  </a:cubicBezTo>
                  <a:lnTo>
                    <a:pt x="199" y="57"/>
                  </a:lnTo>
                  <a:close/>
                  <a:moveTo>
                    <a:pt x="176" y="166"/>
                  </a:moveTo>
                  <a:cubicBezTo>
                    <a:pt x="173" y="157"/>
                    <a:pt x="170" y="146"/>
                    <a:pt x="167" y="137"/>
                  </a:cubicBezTo>
                  <a:lnTo>
                    <a:pt x="153" y="137"/>
                  </a:lnTo>
                  <a:cubicBezTo>
                    <a:pt x="150" y="146"/>
                    <a:pt x="147" y="157"/>
                    <a:pt x="144" y="166"/>
                  </a:cubicBezTo>
                  <a:lnTo>
                    <a:pt x="102" y="304"/>
                  </a:lnTo>
                  <a:lnTo>
                    <a:pt x="218" y="304"/>
                  </a:lnTo>
                  <a:lnTo>
                    <a:pt x="176" y="166"/>
                  </a:lnTo>
                  <a:close/>
                  <a:moveTo>
                    <a:pt x="105" y="57"/>
                  </a:moveTo>
                  <a:cubicBezTo>
                    <a:pt x="96" y="57"/>
                    <a:pt x="92" y="53"/>
                    <a:pt x="92" y="43"/>
                  </a:cubicBezTo>
                  <a:lnTo>
                    <a:pt x="92" y="14"/>
                  </a:lnTo>
                  <a:cubicBezTo>
                    <a:pt x="92" y="6"/>
                    <a:pt x="96" y="0"/>
                    <a:pt x="105" y="0"/>
                  </a:cubicBezTo>
                  <a:lnTo>
                    <a:pt x="122" y="0"/>
                  </a:lnTo>
                  <a:cubicBezTo>
                    <a:pt x="132" y="0"/>
                    <a:pt x="136" y="6"/>
                    <a:pt x="136" y="14"/>
                  </a:cubicBezTo>
                  <a:lnTo>
                    <a:pt x="136" y="43"/>
                  </a:lnTo>
                  <a:cubicBezTo>
                    <a:pt x="136" y="53"/>
                    <a:pt x="132" y="57"/>
                    <a:pt x="122" y="57"/>
                  </a:cubicBezTo>
                  <a:lnTo>
                    <a:pt x="105" y="57"/>
                  </a:lnTo>
                  <a:close/>
                  <a:moveTo>
                    <a:pt x="88" y="350"/>
                  </a:moveTo>
                  <a:lnTo>
                    <a:pt x="54" y="459"/>
                  </a:lnTo>
                  <a:lnTo>
                    <a:pt x="0" y="459"/>
                  </a:lnTo>
                  <a:lnTo>
                    <a:pt x="114" y="110"/>
                  </a:lnTo>
                  <a:cubicBezTo>
                    <a:pt x="116" y="102"/>
                    <a:pt x="124" y="96"/>
                    <a:pt x="133" y="96"/>
                  </a:cubicBezTo>
                  <a:lnTo>
                    <a:pt x="187" y="96"/>
                  </a:lnTo>
                  <a:cubicBezTo>
                    <a:pt x="196" y="96"/>
                    <a:pt x="204" y="102"/>
                    <a:pt x="206" y="110"/>
                  </a:cubicBezTo>
                  <a:lnTo>
                    <a:pt x="321" y="459"/>
                  </a:lnTo>
                  <a:lnTo>
                    <a:pt x="266" y="459"/>
                  </a:lnTo>
                  <a:lnTo>
                    <a:pt x="233" y="350"/>
                  </a:lnTo>
                  <a:lnTo>
                    <a:pt x="88" y="35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9" name="Freeform 22"/>
            <p:cNvSpPr>
              <a:spLocks/>
            </p:cNvSpPr>
            <p:nvPr userDrawn="1"/>
          </p:nvSpPr>
          <p:spPr bwMode="auto">
            <a:xfrm>
              <a:off x="8078788" y="695058"/>
              <a:ext cx="100012" cy="128587"/>
            </a:xfrm>
            <a:custGeom>
              <a:avLst/>
              <a:gdLst>
                <a:gd name="T0" fmla="*/ 167 w 282"/>
                <a:gd name="T1" fmla="*/ 47 h 363"/>
                <a:gd name="T2" fmla="*/ 167 w 282"/>
                <a:gd name="T3" fmla="*/ 363 h 363"/>
                <a:gd name="T4" fmla="*/ 114 w 282"/>
                <a:gd name="T5" fmla="*/ 363 h 363"/>
                <a:gd name="T6" fmla="*/ 114 w 282"/>
                <a:gd name="T7" fmla="*/ 47 h 363"/>
                <a:gd name="T8" fmla="*/ 0 w 282"/>
                <a:gd name="T9" fmla="*/ 47 h 363"/>
                <a:gd name="T10" fmla="*/ 0 w 282"/>
                <a:gd name="T11" fmla="*/ 0 h 363"/>
                <a:gd name="T12" fmla="*/ 282 w 282"/>
                <a:gd name="T13" fmla="*/ 0 h 363"/>
                <a:gd name="T14" fmla="*/ 282 w 282"/>
                <a:gd name="T15" fmla="*/ 47 h 363"/>
                <a:gd name="T16" fmla="*/ 167 w 282"/>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363">
                  <a:moveTo>
                    <a:pt x="167" y="47"/>
                  </a:moveTo>
                  <a:lnTo>
                    <a:pt x="167" y="363"/>
                  </a:lnTo>
                  <a:lnTo>
                    <a:pt x="114" y="363"/>
                  </a:lnTo>
                  <a:lnTo>
                    <a:pt x="114" y="47"/>
                  </a:lnTo>
                  <a:lnTo>
                    <a:pt x="0" y="47"/>
                  </a:lnTo>
                  <a:lnTo>
                    <a:pt x="0" y="0"/>
                  </a:lnTo>
                  <a:lnTo>
                    <a:pt x="282" y="0"/>
                  </a:lnTo>
                  <a:lnTo>
                    <a:pt x="282" y="47"/>
                  </a:lnTo>
                  <a:lnTo>
                    <a:pt x="167"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grpSp>
    </p:spTree>
    <p:extLst>
      <p:ext uri="{BB962C8B-B14F-4D97-AF65-F5344CB8AC3E}">
        <p14:creationId xmlns:p14="http://schemas.microsoft.com/office/powerpoint/2010/main" val="40411444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381614" y="1618335"/>
            <a:ext cx="5523886" cy="4382316"/>
          </a:xfrm>
        </p:spPr>
        <p:txBody>
          <a:bodyPr/>
          <a:lstStyle>
            <a:lvl1pPr>
              <a:defRPr sz="2645"/>
            </a:lvl1pPr>
            <a:lvl2pPr>
              <a:defRPr sz="2645"/>
            </a:lvl2pPr>
            <a:lvl3pPr>
              <a:defRPr sz="2645"/>
            </a:lvl3pPr>
            <a:lvl4pPr>
              <a:defRPr sz="2645"/>
            </a:lvl4pPr>
            <a:lvl5pPr>
              <a:defRPr sz="2645"/>
            </a:lvl5pPr>
            <a:lvl6pPr>
              <a:defRPr sz="2381"/>
            </a:lvl6pPr>
            <a:lvl7pPr>
              <a:defRPr sz="2381"/>
            </a:lvl7pPr>
            <a:lvl8pPr>
              <a:defRPr sz="2381"/>
            </a:lvl8pPr>
            <a:lvl9pPr>
              <a:defRPr sz="2381"/>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half" idx="2"/>
          </p:nvPr>
        </p:nvSpPr>
        <p:spPr>
          <a:xfrm>
            <a:off x="6286499" y="1619806"/>
            <a:ext cx="5523886" cy="4380845"/>
          </a:xfrm>
        </p:spPr>
        <p:txBody>
          <a:bodyPr/>
          <a:lstStyle>
            <a:lvl1pPr>
              <a:defRPr sz="2645"/>
            </a:lvl1pPr>
            <a:lvl2pPr>
              <a:defRPr sz="2645"/>
            </a:lvl2pPr>
            <a:lvl3pPr>
              <a:defRPr sz="2645"/>
            </a:lvl3pPr>
            <a:lvl4pPr>
              <a:defRPr sz="2645"/>
            </a:lvl4pPr>
            <a:lvl5pPr>
              <a:defRPr sz="2645"/>
            </a:lvl5pPr>
            <a:lvl6pPr>
              <a:defRPr sz="2381"/>
            </a:lvl6pPr>
            <a:lvl7pPr>
              <a:defRPr sz="2381"/>
            </a:lvl7pPr>
            <a:lvl8pPr>
              <a:defRPr sz="2381"/>
            </a:lvl8pPr>
            <a:lvl9pPr>
              <a:defRPr sz="2381"/>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Datumsplatzhalter 4"/>
          <p:cNvSpPr>
            <a:spLocks noGrp="1"/>
          </p:cNvSpPr>
          <p:nvPr>
            <p:ph type="dt" sz="half" idx="10"/>
          </p:nvPr>
        </p:nvSpPr>
        <p:spPr/>
        <p:txBody>
          <a:bodyPr/>
          <a:lstStyle/>
          <a:p>
            <a:fld id="{5F1F23B7-A4E0-4A45-AADF-CD5A63F6F289}"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924852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p>
        </p:txBody>
      </p:sp>
      <p:sp>
        <p:nvSpPr>
          <p:cNvPr id="3" name="Textplatzhalter 2"/>
          <p:cNvSpPr>
            <a:spLocks noGrp="1"/>
          </p:cNvSpPr>
          <p:nvPr>
            <p:ph type="body" idx="1"/>
          </p:nvPr>
        </p:nvSpPr>
        <p:spPr>
          <a:xfrm>
            <a:off x="381614" y="1619382"/>
            <a:ext cx="5523886" cy="571415"/>
          </a:xfrm>
        </p:spPr>
        <p:txBody>
          <a:bodyPr wrap="none" anchor="ctr" anchorCtr="0"/>
          <a:lstStyle>
            <a:lvl1pPr marL="0" indent="0">
              <a:spcBef>
                <a:spcPts val="0"/>
              </a:spcBef>
              <a:spcAft>
                <a:spcPts val="0"/>
              </a:spcAft>
              <a:buNone/>
              <a:defRPr sz="3174" b="0" cap="all" baseline="0"/>
            </a:lvl1pPr>
            <a:lvl2pPr marL="604738" indent="0">
              <a:buNone/>
              <a:defRPr sz="2645" b="1"/>
            </a:lvl2pPr>
            <a:lvl3pPr marL="1209477" indent="0">
              <a:buNone/>
              <a:defRPr sz="2381" b="1"/>
            </a:lvl3pPr>
            <a:lvl4pPr marL="1814215" indent="0">
              <a:buNone/>
              <a:defRPr sz="2116" b="1"/>
            </a:lvl4pPr>
            <a:lvl5pPr marL="2418954" indent="0">
              <a:buNone/>
              <a:defRPr sz="2116" b="1"/>
            </a:lvl5pPr>
            <a:lvl6pPr marL="3023692" indent="0">
              <a:buNone/>
              <a:defRPr sz="2116" b="1"/>
            </a:lvl6pPr>
            <a:lvl7pPr marL="3628431" indent="0">
              <a:buNone/>
              <a:defRPr sz="2116" b="1"/>
            </a:lvl7pPr>
            <a:lvl8pPr marL="4233169" indent="0">
              <a:buNone/>
              <a:defRPr sz="2116" b="1"/>
            </a:lvl8pPr>
            <a:lvl9pPr marL="4837908" indent="0">
              <a:buNone/>
              <a:defRPr sz="2116" b="1"/>
            </a:lvl9pPr>
          </a:lstStyle>
          <a:p>
            <a:pPr lvl="0"/>
            <a:r>
              <a:rPr lang="de-DE"/>
              <a:t>Textmasterformat bearbeiten</a:t>
            </a:r>
          </a:p>
        </p:txBody>
      </p:sp>
      <p:sp>
        <p:nvSpPr>
          <p:cNvPr id="4" name="Inhaltsplatzhalter 3"/>
          <p:cNvSpPr>
            <a:spLocks noGrp="1"/>
          </p:cNvSpPr>
          <p:nvPr>
            <p:ph sz="half" idx="2"/>
          </p:nvPr>
        </p:nvSpPr>
        <p:spPr>
          <a:xfrm>
            <a:off x="380672" y="2380665"/>
            <a:ext cx="5524827" cy="3619985"/>
          </a:xfrm>
        </p:spPr>
        <p:txBody>
          <a:bodyPr/>
          <a:lstStyle>
            <a:lvl1pPr>
              <a:defRPr sz="2645"/>
            </a:lvl1pPr>
            <a:lvl2pPr>
              <a:defRPr sz="2645"/>
            </a:lvl2pPr>
            <a:lvl3pPr>
              <a:defRPr sz="2645"/>
            </a:lvl3pPr>
            <a:lvl4pPr>
              <a:defRPr sz="2645"/>
            </a:lvl4pPr>
            <a:lvl5pPr>
              <a:defRPr sz="2645"/>
            </a:lvl5pPr>
            <a:lvl6pPr>
              <a:defRPr sz="2116"/>
            </a:lvl6pPr>
            <a:lvl7pPr>
              <a:defRPr sz="2116"/>
            </a:lvl7pPr>
            <a:lvl8pPr>
              <a:defRPr sz="2116"/>
            </a:lvl8pPr>
            <a:lvl9pPr>
              <a:defRPr sz="2116"/>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Textplatzhalter 4"/>
          <p:cNvSpPr>
            <a:spLocks noGrp="1"/>
          </p:cNvSpPr>
          <p:nvPr>
            <p:ph type="body" sz="quarter" idx="3"/>
          </p:nvPr>
        </p:nvSpPr>
        <p:spPr>
          <a:xfrm>
            <a:off x="6286170" y="1619382"/>
            <a:ext cx="5524829" cy="571415"/>
          </a:xfrm>
        </p:spPr>
        <p:txBody>
          <a:bodyPr wrap="none" anchor="ctr" anchorCtr="0"/>
          <a:lstStyle>
            <a:lvl1pPr marL="0" indent="0">
              <a:spcBef>
                <a:spcPts val="0"/>
              </a:spcBef>
              <a:spcAft>
                <a:spcPts val="0"/>
              </a:spcAft>
              <a:buNone/>
              <a:defRPr sz="3174" b="0" cap="all" baseline="0"/>
            </a:lvl1pPr>
            <a:lvl2pPr marL="604738" indent="0">
              <a:buNone/>
              <a:defRPr sz="2645" b="1"/>
            </a:lvl2pPr>
            <a:lvl3pPr marL="1209477" indent="0">
              <a:buNone/>
              <a:defRPr sz="2381" b="1"/>
            </a:lvl3pPr>
            <a:lvl4pPr marL="1814215" indent="0">
              <a:buNone/>
              <a:defRPr sz="2116" b="1"/>
            </a:lvl4pPr>
            <a:lvl5pPr marL="2418954" indent="0">
              <a:buNone/>
              <a:defRPr sz="2116" b="1"/>
            </a:lvl5pPr>
            <a:lvl6pPr marL="3023692" indent="0">
              <a:buNone/>
              <a:defRPr sz="2116" b="1"/>
            </a:lvl6pPr>
            <a:lvl7pPr marL="3628431" indent="0">
              <a:buNone/>
              <a:defRPr sz="2116" b="1"/>
            </a:lvl7pPr>
            <a:lvl8pPr marL="4233169" indent="0">
              <a:buNone/>
              <a:defRPr sz="2116" b="1"/>
            </a:lvl8pPr>
            <a:lvl9pPr marL="4837908" indent="0">
              <a:buNone/>
              <a:defRPr sz="2116" b="1"/>
            </a:lvl9pPr>
          </a:lstStyle>
          <a:p>
            <a:pPr lvl="0"/>
            <a:r>
              <a:rPr lang="de-DE"/>
              <a:t>Textmasterformat bearbeiten</a:t>
            </a:r>
          </a:p>
        </p:txBody>
      </p:sp>
      <p:sp>
        <p:nvSpPr>
          <p:cNvPr id="6" name="Inhaltsplatzhalter 5"/>
          <p:cNvSpPr>
            <a:spLocks noGrp="1"/>
          </p:cNvSpPr>
          <p:nvPr>
            <p:ph sz="quarter" idx="4"/>
          </p:nvPr>
        </p:nvSpPr>
        <p:spPr>
          <a:xfrm>
            <a:off x="6287113" y="2381692"/>
            <a:ext cx="5523886" cy="3618959"/>
          </a:xfrm>
        </p:spPr>
        <p:txBody>
          <a:bodyPr/>
          <a:lstStyle>
            <a:lvl1pPr>
              <a:defRPr sz="2645"/>
            </a:lvl1pPr>
            <a:lvl2pPr>
              <a:defRPr sz="2645"/>
            </a:lvl2pPr>
            <a:lvl3pPr>
              <a:defRPr sz="2645"/>
            </a:lvl3pPr>
            <a:lvl4pPr>
              <a:defRPr sz="2645"/>
            </a:lvl4pPr>
            <a:lvl5pPr>
              <a:defRPr sz="2645"/>
            </a:lvl5pPr>
            <a:lvl6pPr>
              <a:defRPr sz="2116"/>
            </a:lvl6pPr>
            <a:lvl7pPr>
              <a:defRPr sz="2116"/>
            </a:lvl7pPr>
            <a:lvl8pPr>
              <a:defRPr sz="2116"/>
            </a:lvl8pPr>
            <a:lvl9pPr>
              <a:defRPr sz="2116"/>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Datumsplatzhalter 6"/>
          <p:cNvSpPr>
            <a:spLocks noGrp="1"/>
          </p:cNvSpPr>
          <p:nvPr>
            <p:ph type="dt" sz="half" idx="10"/>
          </p:nvPr>
        </p:nvSpPr>
        <p:spPr/>
        <p:txBody>
          <a:bodyPr/>
          <a:lstStyle/>
          <a:p>
            <a:fld id="{170EA310-62CF-4C13-8E83-90FE2584EEDC}" type="datetime1">
              <a:rPr lang="de-DE" smtClean="0"/>
              <a:t>25.09.2023</a:t>
            </a:fld>
            <a:endParaRPr lang="de-DE"/>
          </a:p>
        </p:txBody>
      </p:sp>
      <p:sp>
        <p:nvSpPr>
          <p:cNvPr id="8" name="Fußzeilenplatzhalter 7"/>
          <p:cNvSpPr>
            <a:spLocks noGrp="1"/>
          </p:cNvSpPr>
          <p:nvPr>
            <p:ph type="ftr" sz="quarter" idx="11"/>
          </p:nvPr>
        </p:nvSpPr>
        <p:spPr/>
        <p:txBody>
          <a:bodyPr/>
          <a:lstStyle/>
          <a:p>
            <a:r>
              <a:rPr lang="de-DE"/>
              <a:t>Präsentationstitel/Autor/Veranstaltung</a:t>
            </a:r>
          </a:p>
        </p:txBody>
      </p:sp>
      <p:sp>
        <p:nvSpPr>
          <p:cNvPr id="9" name="Foliennummernplatzhalter 8"/>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188926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Titel, Text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Textplatzhalter 2"/>
          <p:cNvSpPr>
            <a:spLocks noGrp="1"/>
          </p:cNvSpPr>
          <p:nvPr>
            <p:ph type="body" sz="half" idx="1"/>
          </p:nvPr>
        </p:nvSpPr>
        <p:spPr>
          <a:xfrm>
            <a:off x="381000" y="1618335"/>
            <a:ext cx="2476225" cy="4382316"/>
          </a:xfrm>
        </p:spPr>
        <p:txBody>
          <a:bodyPr/>
          <a:lstStyle>
            <a:lvl1pPr marL="0" indent="0">
              <a:lnSpc>
                <a:spcPct val="100000"/>
              </a:lnSpc>
              <a:spcBef>
                <a:spcPts val="0"/>
              </a:spcBef>
              <a:spcAft>
                <a:spcPts val="556"/>
              </a:spcAft>
              <a:buNone/>
              <a:defRPr sz="1852"/>
            </a:lvl1pPr>
            <a:lvl2pPr marL="285703" indent="0">
              <a:buFont typeface="Arial" panose="020B0604020202020204" pitchFamily="34" charset="0"/>
              <a:buNone/>
              <a:defRPr sz="1852"/>
            </a:lvl2pPr>
            <a:lvl3pPr marL="571406" indent="0">
              <a:buNone/>
              <a:defRPr sz="1852"/>
            </a:lvl3pPr>
            <a:lvl4pPr marL="857110" indent="0">
              <a:buNone/>
              <a:defRPr sz="1852"/>
            </a:lvl4pPr>
            <a:lvl5pPr marL="1142813" indent="0">
              <a:buNone/>
              <a:defRPr sz="1852"/>
            </a:lvl5pPr>
          </a:lstStyle>
          <a:p>
            <a:pPr lvl="0"/>
            <a:r>
              <a:rPr lang="de-DE"/>
              <a:t>Textmasterformat bearbeiten</a:t>
            </a:r>
          </a:p>
        </p:txBody>
      </p:sp>
      <p:sp>
        <p:nvSpPr>
          <p:cNvPr id="4" name="Inhaltsplatzhalter 3"/>
          <p:cNvSpPr>
            <a:spLocks noGrp="1"/>
          </p:cNvSpPr>
          <p:nvPr>
            <p:ph sz="half" idx="2" hasCustomPrompt="1"/>
          </p:nvPr>
        </p:nvSpPr>
        <p:spPr>
          <a:xfrm>
            <a:off x="3238500" y="1618335"/>
            <a:ext cx="8572499" cy="4382316"/>
          </a:xfrm>
        </p:spPr>
        <p:txBody>
          <a:bodyPr/>
          <a:lstStyle>
            <a:lvl1pPr marL="0" indent="0">
              <a:buNone/>
              <a:defRPr/>
            </a:lvl1pPr>
          </a:lstStyle>
          <a:p>
            <a:pPr lvl="0"/>
            <a:r>
              <a:rPr lang="de-DE" dirty="0"/>
              <a:t> </a:t>
            </a:r>
          </a:p>
        </p:txBody>
      </p:sp>
      <p:sp>
        <p:nvSpPr>
          <p:cNvPr id="5" name="Datumsplatzhalter 4"/>
          <p:cNvSpPr>
            <a:spLocks noGrp="1"/>
          </p:cNvSpPr>
          <p:nvPr>
            <p:ph type="dt" sz="half" idx="10"/>
          </p:nvPr>
        </p:nvSpPr>
        <p:spPr/>
        <p:txBody>
          <a:bodyPr/>
          <a:lstStyle/>
          <a:p>
            <a:fld id="{FB10439F-E434-4863-9F94-40224B9CDFEB}"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2258454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OverObj" preserve="1">
  <p:cSld name="Titel und Text über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Textplatzhalter 2"/>
          <p:cNvSpPr>
            <a:spLocks noGrp="1"/>
          </p:cNvSpPr>
          <p:nvPr>
            <p:ph type="body" sz="half" idx="1"/>
          </p:nvPr>
        </p:nvSpPr>
        <p:spPr>
          <a:xfrm>
            <a:off x="381000" y="1619319"/>
            <a:ext cx="11428729" cy="1143316"/>
          </a:xfrm>
        </p:spPr>
        <p:txBody>
          <a:bodyPr/>
          <a:lstStyle>
            <a:lvl1pPr marL="0" indent="0">
              <a:spcBef>
                <a:spcPts val="0"/>
              </a:spcBef>
              <a:spcAft>
                <a:spcPts val="556"/>
              </a:spcAft>
              <a:buNone/>
              <a:defRPr sz="1852"/>
            </a:lvl1pPr>
            <a:lvl2pPr marL="285703" indent="0">
              <a:buNone/>
              <a:defRPr sz="1852"/>
            </a:lvl2pPr>
            <a:lvl3pPr marL="571406" indent="0">
              <a:buNone/>
              <a:defRPr sz="1852"/>
            </a:lvl3pPr>
            <a:lvl4pPr marL="857110" indent="0">
              <a:buNone/>
              <a:defRPr sz="1852"/>
            </a:lvl4pPr>
            <a:lvl5pPr marL="1142813" indent="0">
              <a:buNone/>
              <a:defRPr sz="1852"/>
            </a:lvl5pPr>
          </a:lstStyle>
          <a:p>
            <a:pPr lvl="0"/>
            <a:r>
              <a:rPr lang="de-DE"/>
              <a:t>Textmasterformat bearbeiten</a:t>
            </a:r>
          </a:p>
        </p:txBody>
      </p:sp>
      <p:sp>
        <p:nvSpPr>
          <p:cNvPr id="4" name="Inhaltsplatzhalter 3"/>
          <p:cNvSpPr>
            <a:spLocks noGrp="1"/>
          </p:cNvSpPr>
          <p:nvPr>
            <p:ph sz="half" idx="2" hasCustomPrompt="1"/>
          </p:nvPr>
        </p:nvSpPr>
        <p:spPr>
          <a:xfrm>
            <a:off x="382270" y="3142879"/>
            <a:ext cx="11428729" cy="2857771"/>
          </a:xfrm>
        </p:spPr>
        <p:txBody>
          <a:bodyPr/>
          <a:lstStyle>
            <a:lvl1pPr marL="0" indent="0">
              <a:buNone/>
              <a:defRPr/>
            </a:lvl1pPr>
            <a:lvl2pPr marL="285703" indent="0">
              <a:buNone/>
              <a:defRPr/>
            </a:lvl2pPr>
            <a:lvl3pPr marL="571406" indent="0">
              <a:buNone/>
              <a:defRPr/>
            </a:lvl3pPr>
            <a:lvl4pPr marL="857110" indent="0">
              <a:buNone/>
              <a:defRPr/>
            </a:lvl4pPr>
            <a:lvl5pPr marL="1142813" indent="0">
              <a:buNone/>
              <a:defRPr/>
            </a:lvl5pPr>
          </a:lstStyle>
          <a:p>
            <a:pPr lvl="0"/>
            <a:r>
              <a:rPr lang="de-DE" dirty="0"/>
              <a:t> </a:t>
            </a:r>
          </a:p>
        </p:txBody>
      </p:sp>
      <p:sp>
        <p:nvSpPr>
          <p:cNvPr id="5" name="Datumsplatzhalter 4"/>
          <p:cNvSpPr>
            <a:spLocks noGrp="1"/>
          </p:cNvSpPr>
          <p:nvPr>
            <p:ph type="dt" sz="half" idx="10"/>
          </p:nvPr>
        </p:nvSpPr>
        <p:spPr/>
        <p:txBody>
          <a:bodyPr/>
          <a:lstStyle/>
          <a:p>
            <a:fld id="{315826E6-14F6-4DCD-8A58-C4BA917EDB34}"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1211200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OverTx" preserve="1">
  <p:cSld name="Titel und Inhalt üb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dirty="0"/>
          </a:p>
        </p:txBody>
      </p:sp>
      <p:sp>
        <p:nvSpPr>
          <p:cNvPr id="3" name="Inhaltsplatzhalter 2"/>
          <p:cNvSpPr>
            <a:spLocks noGrp="1"/>
          </p:cNvSpPr>
          <p:nvPr>
            <p:ph sz="half" idx="1" hasCustomPrompt="1"/>
          </p:nvPr>
        </p:nvSpPr>
        <p:spPr>
          <a:xfrm>
            <a:off x="381000" y="1619319"/>
            <a:ext cx="11428729" cy="2857073"/>
          </a:xfrm>
        </p:spPr>
        <p:txBody>
          <a:bodyPr/>
          <a:lstStyle>
            <a:lvl1pPr marL="0" indent="0">
              <a:buNone/>
              <a:defRPr sz="1852"/>
            </a:lvl1pPr>
            <a:lvl2pPr marL="285703" indent="0">
              <a:buNone/>
              <a:defRPr sz="1852"/>
            </a:lvl2pPr>
            <a:lvl3pPr marL="571406" indent="0">
              <a:buNone/>
              <a:defRPr sz="1852"/>
            </a:lvl3pPr>
            <a:lvl4pPr marL="857110" indent="0">
              <a:buNone/>
              <a:defRPr sz="1852"/>
            </a:lvl4pPr>
            <a:lvl5pPr marL="1142813" indent="0">
              <a:buNone/>
              <a:defRPr sz="1852"/>
            </a:lvl5pPr>
          </a:lstStyle>
          <a:p>
            <a:pPr lvl="0"/>
            <a:r>
              <a:rPr lang="de-DE" dirty="0"/>
              <a:t> </a:t>
            </a:r>
          </a:p>
        </p:txBody>
      </p:sp>
      <p:sp>
        <p:nvSpPr>
          <p:cNvPr id="4" name="Textplatzhalter 3"/>
          <p:cNvSpPr>
            <a:spLocks noGrp="1"/>
          </p:cNvSpPr>
          <p:nvPr>
            <p:ph type="body" sz="half" idx="2"/>
          </p:nvPr>
        </p:nvSpPr>
        <p:spPr>
          <a:xfrm>
            <a:off x="381000" y="4857822"/>
            <a:ext cx="11428729" cy="1142829"/>
          </a:xfrm>
        </p:spPr>
        <p:txBody>
          <a:bodyPr/>
          <a:lstStyle>
            <a:lvl1pPr marL="0" indent="0">
              <a:spcBef>
                <a:spcPts val="0"/>
              </a:spcBef>
              <a:spcAft>
                <a:spcPts val="556"/>
              </a:spcAft>
              <a:buNone/>
              <a:defRPr sz="1852"/>
            </a:lvl1pPr>
            <a:lvl2pPr marL="285703" indent="0">
              <a:buNone/>
              <a:defRPr sz="1852"/>
            </a:lvl2pPr>
            <a:lvl3pPr marL="571406" indent="0">
              <a:buNone/>
              <a:defRPr sz="1852"/>
            </a:lvl3pPr>
            <a:lvl4pPr marL="857110" indent="0">
              <a:buNone/>
              <a:defRPr sz="1852"/>
            </a:lvl4pPr>
            <a:lvl5pPr marL="1142813" indent="0">
              <a:buNone/>
              <a:defRPr sz="1852"/>
            </a:lvl5pPr>
          </a:lstStyle>
          <a:p>
            <a:pPr lvl="0"/>
            <a:r>
              <a:rPr lang="de-DE"/>
              <a:t>Textmasterformat bearbeiten</a:t>
            </a:r>
          </a:p>
        </p:txBody>
      </p:sp>
      <p:sp>
        <p:nvSpPr>
          <p:cNvPr id="5" name="Datumsplatzhalter 4"/>
          <p:cNvSpPr>
            <a:spLocks noGrp="1"/>
          </p:cNvSpPr>
          <p:nvPr>
            <p:ph type="dt" sz="half" idx="10"/>
          </p:nvPr>
        </p:nvSpPr>
        <p:spPr/>
        <p:txBody>
          <a:bodyPr/>
          <a:lstStyle/>
          <a:p>
            <a:fld id="{4073110B-FC60-4FAB-ACE1-146858AC5C12}"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2855705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el, zwei Inhalte üb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quarter" idx="1" hasCustomPrompt="1"/>
          </p:nvPr>
        </p:nvSpPr>
        <p:spPr>
          <a:xfrm>
            <a:off x="381000" y="1619636"/>
            <a:ext cx="5523886" cy="2857073"/>
          </a:xfrm>
        </p:spPr>
        <p:txBody>
          <a:bodyPr/>
          <a:lstStyle>
            <a:lvl1pPr marL="0" indent="0">
              <a:buNone/>
              <a:defRPr/>
            </a:lvl1pPr>
            <a:lvl2pPr marL="285703" indent="0">
              <a:buNone/>
              <a:defRPr/>
            </a:lvl2pPr>
            <a:lvl3pPr marL="571406" indent="0">
              <a:buNone/>
              <a:defRPr/>
            </a:lvl3pPr>
            <a:lvl4pPr marL="857110" indent="0">
              <a:buNone/>
              <a:defRPr/>
            </a:lvl4pPr>
            <a:lvl5pPr marL="1142813" indent="0">
              <a:buNone/>
              <a:defRPr/>
            </a:lvl5pPr>
          </a:lstStyle>
          <a:p>
            <a:pPr lvl="0"/>
            <a:r>
              <a:rPr lang="de-DE" dirty="0"/>
              <a:t> </a:t>
            </a:r>
          </a:p>
        </p:txBody>
      </p:sp>
      <p:sp>
        <p:nvSpPr>
          <p:cNvPr id="4" name="Inhaltsplatzhalter 3"/>
          <p:cNvSpPr>
            <a:spLocks noGrp="1"/>
          </p:cNvSpPr>
          <p:nvPr>
            <p:ph sz="quarter" idx="2" hasCustomPrompt="1"/>
          </p:nvPr>
        </p:nvSpPr>
        <p:spPr>
          <a:xfrm>
            <a:off x="6287113" y="1619636"/>
            <a:ext cx="5523886" cy="2857073"/>
          </a:xfrm>
        </p:spPr>
        <p:txBody>
          <a:bodyPr/>
          <a:lstStyle>
            <a:lvl1pPr marL="0" indent="0">
              <a:buNone/>
              <a:defRPr/>
            </a:lvl1pPr>
            <a:lvl2pPr marL="285703" indent="0">
              <a:buNone/>
              <a:defRPr/>
            </a:lvl2pPr>
            <a:lvl3pPr marL="571406" indent="0">
              <a:buNone/>
              <a:defRPr/>
            </a:lvl3pPr>
            <a:lvl4pPr marL="857110" indent="0">
              <a:buNone/>
              <a:defRPr/>
            </a:lvl4pPr>
            <a:lvl5pPr marL="1142813" indent="0">
              <a:buNone/>
              <a:defRPr/>
            </a:lvl5pPr>
          </a:lstStyle>
          <a:p>
            <a:pPr lvl="0"/>
            <a:r>
              <a:rPr lang="de-DE" dirty="0"/>
              <a:t> </a:t>
            </a:r>
          </a:p>
        </p:txBody>
      </p:sp>
      <p:sp>
        <p:nvSpPr>
          <p:cNvPr id="5" name="Textplatzhalter 4"/>
          <p:cNvSpPr>
            <a:spLocks noGrp="1"/>
          </p:cNvSpPr>
          <p:nvPr>
            <p:ph type="body" sz="half" idx="3"/>
          </p:nvPr>
        </p:nvSpPr>
        <p:spPr>
          <a:xfrm>
            <a:off x="381000" y="4857822"/>
            <a:ext cx="11431837" cy="1142829"/>
          </a:xfrm>
        </p:spPr>
        <p:txBody>
          <a:bodyPr/>
          <a:lstStyle>
            <a:lvl1pPr marL="0" indent="0">
              <a:spcAft>
                <a:spcPts val="556"/>
              </a:spcAft>
              <a:buNone/>
              <a:defRPr sz="1852"/>
            </a:lvl1pPr>
            <a:lvl2pPr marL="285703" indent="0">
              <a:spcAft>
                <a:spcPts val="556"/>
              </a:spcAft>
              <a:buNone/>
              <a:defRPr sz="1852"/>
            </a:lvl2pPr>
            <a:lvl3pPr marL="571406" indent="0">
              <a:spcAft>
                <a:spcPts val="556"/>
              </a:spcAft>
              <a:buNone/>
              <a:defRPr sz="1852"/>
            </a:lvl3pPr>
            <a:lvl4pPr marL="857110" indent="0">
              <a:spcAft>
                <a:spcPts val="556"/>
              </a:spcAft>
              <a:buNone/>
              <a:defRPr sz="1852"/>
            </a:lvl4pPr>
            <a:lvl5pPr marL="1142813" indent="0">
              <a:spcAft>
                <a:spcPts val="556"/>
              </a:spcAft>
              <a:buNone/>
              <a:defRPr sz="1852"/>
            </a:lvl5pPr>
          </a:lstStyle>
          <a:p>
            <a:pPr lvl="0"/>
            <a:r>
              <a:rPr lang="de-DE"/>
              <a:t>Textmasterformat bearbeiten</a:t>
            </a:r>
          </a:p>
        </p:txBody>
      </p:sp>
      <p:sp>
        <p:nvSpPr>
          <p:cNvPr id="6" name="Datumsplatzhalter 5"/>
          <p:cNvSpPr>
            <a:spLocks noGrp="1"/>
          </p:cNvSpPr>
          <p:nvPr>
            <p:ph type="dt" sz="half" idx="10"/>
          </p:nvPr>
        </p:nvSpPr>
        <p:spPr/>
        <p:txBody>
          <a:bodyPr/>
          <a:lstStyle/>
          <a:p>
            <a:fld id="{34409F38-DEF5-4898-9CDF-BDB6157DFE11}" type="datetime1">
              <a:rPr lang="de-DE" smtClean="0"/>
              <a:t>25.09.2023</a:t>
            </a:fld>
            <a:endParaRPr lang="de-DE"/>
          </a:p>
        </p:txBody>
      </p:sp>
      <p:sp>
        <p:nvSpPr>
          <p:cNvPr id="7" name="Fußzeilenplatzhalter 6"/>
          <p:cNvSpPr>
            <a:spLocks noGrp="1"/>
          </p:cNvSpPr>
          <p:nvPr>
            <p:ph type="ftr" sz="quarter" idx="11"/>
          </p:nvPr>
        </p:nvSpPr>
        <p:spPr/>
        <p:txBody>
          <a:bodyPr/>
          <a:lstStyle/>
          <a:p>
            <a:r>
              <a:rPr lang="de-DE"/>
              <a:t>Präsentationstitel/Autor/Veranstaltung</a:t>
            </a:r>
          </a:p>
        </p:txBody>
      </p:sp>
      <p:sp>
        <p:nvSpPr>
          <p:cNvPr id="8" name="Foliennummernplatzhalter 7"/>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1816317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TwoObj" preserve="1">
  <p:cSld name="Titel, Text und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Textplatzhalter 2"/>
          <p:cNvSpPr>
            <a:spLocks noGrp="1"/>
          </p:cNvSpPr>
          <p:nvPr>
            <p:ph type="body" sz="half" idx="1"/>
          </p:nvPr>
        </p:nvSpPr>
        <p:spPr>
          <a:xfrm>
            <a:off x="380084" y="1618960"/>
            <a:ext cx="5524827" cy="4382316"/>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quarter" idx="2" hasCustomPrompt="1"/>
          </p:nvPr>
        </p:nvSpPr>
        <p:spPr>
          <a:xfrm>
            <a:off x="6287091" y="1618960"/>
            <a:ext cx="5524829" cy="2001124"/>
          </a:xfrm>
        </p:spPr>
        <p:txBody>
          <a:bodyPr/>
          <a:lstStyle>
            <a:lvl1pPr marL="0" indent="0">
              <a:buNone/>
              <a:defRPr/>
            </a:lvl1pPr>
            <a:lvl2pPr marL="285703" indent="0">
              <a:buNone/>
              <a:defRPr/>
            </a:lvl2pPr>
            <a:lvl3pPr marL="571406" indent="0">
              <a:buNone/>
              <a:defRPr/>
            </a:lvl3pPr>
            <a:lvl4pPr marL="857110" indent="0">
              <a:buNone/>
              <a:defRPr/>
            </a:lvl4pPr>
            <a:lvl5pPr marL="1142813" indent="0">
              <a:buNone/>
              <a:defRPr/>
            </a:lvl5pPr>
          </a:lstStyle>
          <a:p>
            <a:pPr lvl="0"/>
            <a:r>
              <a:rPr lang="de-DE" dirty="0"/>
              <a:t> </a:t>
            </a:r>
          </a:p>
        </p:txBody>
      </p:sp>
      <p:sp>
        <p:nvSpPr>
          <p:cNvPr id="5" name="Inhaltsplatzhalter 4"/>
          <p:cNvSpPr>
            <a:spLocks noGrp="1"/>
          </p:cNvSpPr>
          <p:nvPr>
            <p:ph sz="quarter" idx="3" hasCustomPrompt="1"/>
          </p:nvPr>
        </p:nvSpPr>
        <p:spPr>
          <a:xfrm>
            <a:off x="6287091" y="4000151"/>
            <a:ext cx="5524829" cy="2001124"/>
          </a:xfrm>
        </p:spPr>
        <p:txBody>
          <a:bodyPr/>
          <a:lstStyle>
            <a:lvl1pPr marL="0" indent="0">
              <a:buNone/>
              <a:defRPr/>
            </a:lvl1pPr>
            <a:lvl2pPr marL="285703" indent="0">
              <a:buNone/>
              <a:defRPr/>
            </a:lvl2pPr>
            <a:lvl3pPr marL="571406" indent="0">
              <a:buNone/>
              <a:defRPr/>
            </a:lvl3pPr>
            <a:lvl4pPr marL="857110" indent="0">
              <a:buNone/>
              <a:defRPr/>
            </a:lvl4pPr>
            <a:lvl5pPr marL="1142813" indent="0">
              <a:buNone/>
              <a:defRPr/>
            </a:lvl5pPr>
          </a:lstStyle>
          <a:p>
            <a:pPr lvl="0"/>
            <a:r>
              <a:rPr lang="de-DE" dirty="0"/>
              <a:t> </a:t>
            </a:r>
          </a:p>
        </p:txBody>
      </p:sp>
      <p:sp>
        <p:nvSpPr>
          <p:cNvPr id="6" name="Datumsplatzhalter 5"/>
          <p:cNvSpPr>
            <a:spLocks noGrp="1"/>
          </p:cNvSpPr>
          <p:nvPr>
            <p:ph type="dt" sz="half" idx="10"/>
          </p:nvPr>
        </p:nvSpPr>
        <p:spPr/>
        <p:txBody>
          <a:bodyPr/>
          <a:lstStyle/>
          <a:p>
            <a:fld id="{C056026F-1588-4FB1-8845-F95DAFF0F3E9}" type="datetime1">
              <a:rPr lang="de-DE" smtClean="0"/>
              <a:t>25.09.2023</a:t>
            </a:fld>
            <a:endParaRPr lang="de-DE"/>
          </a:p>
        </p:txBody>
      </p:sp>
      <p:sp>
        <p:nvSpPr>
          <p:cNvPr id="7" name="Fußzeilenplatzhalter 6"/>
          <p:cNvSpPr>
            <a:spLocks noGrp="1"/>
          </p:cNvSpPr>
          <p:nvPr>
            <p:ph type="ftr" sz="quarter" idx="11"/>
          </p:nvPr>
        </p:nvSpPr>
        <p:spPr/>
        <p:txBody>
          <a:bodyPr/>
          <a:lstStyle/>
          <a:p>
            <a:r>
              <a:rPr lang="de-DE"/>
              <a:t>Präsentationstitel/Autor/Veranstaltung</a:t>
            </a:r>
          </a:p>
        </p:txBody>
      </p:sp>
      <p:sp>
        <p:nvSpPr>
          <p:cNvPr id="8" name="Foliennummernplatzhalter 7"/>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641572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el und vier Inhalte">
    <p:spTree>
      <p:nvGrpSpPr>
        <p:cNvPr id="1" name=""/>
        <p:cNvGrpSpPr/>
        <p:nvPr/>
      </p:nvGrpSpPr>
      <p:grpSpPr>
        <a:xfrm>
          <a:off x="0" y="0"/>
          <a:ext cx="0" cy="0"/>
          <a:chOff x="0" y="0"/>
          <a:chExt cx="0" cy="0"/>
        </a:xfrm>
      </p:grpSpPr>
      <p:sp>
        <p:nvSpPr>
          <p:cNvPr id="2" name="Titel 1"/>
          <p:cNvSpPr>
            <a:spLocks noGrp="1"/>
          </p:cNvSpPr>
          <p:nvPr>
            <p:ph type="title" sz="quarter"/>
          </p:nvPr>
        </p:nvSpPr>
        <p:spPr/>
        <p:txBody>
          <a:bodyPr/>
          <a:lstStyle/>
          <a:p>
            <a:r>
              <a:rPr lang="de-DE"/>
              <a:t>Titelmasterformat durch Klicken bearbeiten</a:t>
            </a:r>
            <a:endParaRPr lang="de-DE" dirty="0"/>
          </a:p>
        </p:txBody>
      </p:sp>
      <p:sp>
        <p:nvSpPr>
          <p:cNvPr id="3" name="Inhaltsplatzhalter 2"/>
          <p:cNvSpPr>
            <a:spLocks noGrp="1"/>
          </p:cNvSpPr>
          <p:nvPr>
            <p:ph sz="quarter" idx="1"/>
          </p:nvPr>
        </p:nvSpPr>
        <p:spPr>
          <a:xfrm>
            <a:off x="380082" y="1618960"/>
            <a:ext cx="5524827" cy="2001124"/>
          </a:xfrm>
        </p:spPr>
        <p:txBody>
          <a:bodyPr/>
          <a:lstStyle>
            <a:lvl1pPr marL="190469" indent="-190469">
              <a:spcBef>
                <a:spcPts val="0"/>
              </a:spcBef>
              <a:spcAft>
                <a:spcPts val="556"/>
              </a:spcAft>
              <a:defRPr sz="1852"/>
            </a:lvl1pPr>
            <a:lvl2pPr marL="380938" indent="-190469">
              <a:spcBef>
                <a:spcPts val="0"/>
              </a:spcBef>
              <a:spcAft>
                <a:spcPts val="556"/>
              </a:spcAft>
              <a:defRPr sz="1852"/>
            </a:lvl2pPr>
            <a:lvl3pPr marL="571406" indent="-190469">
              <a:spcBef>
                <a:spcPts val="0"/>
              </a:spcBef>
              <a:spcAft>
                <a:spcPts val="556"/>
              </a:spcAft>
              <a:defRPr sz="1852"/>
            </a:lvl3pPr>
            <a:lvl4pPr marL="761875" indent="-190469">
              <a:spcBef>
                <a:spcPts val="0"/>
              </a:spcBef>
              <a:spcAft>
                <a:spcPts val="556"/>
              </a:spcAft>
              <a:defRPr sz="1852"/>
            </a:lvl4pPr>
            <a:lvl5pPr marL="952344" indent="-190469">
              <a:spcAft>
                <a:spcPts val="556"/>
              </a:spcAft>
              <a:defRPr sz="1852"/>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Inhaltsplatzhalter 3"/>
          <p:cNvSpPr>
            <a:spLocks noGrp="1"/>
          </p:cNvSpPr>
          <p:nvPr>
            <p:ph sz="quarter" idx="2"/>
          </p:nvPr>
        </p:nvSpPr>
        <p:spPr>
          <a:xfrm>
            <a:off x="6287091" y="1618960"/>
            <a:ext cx="5524829" cy="2001124"/>
          </a:xfrm>
        </p:spPr>
        <p:txBody>
          <a:bodyPr/>
          <a:lstStyle>
            <a:lvl1pPr marL="190469" indent="-190469">
              <a:spcBef>
                <a:spcPts val="0"/>
              </a:spcBef>
              <a:spcAft>
                <a:spcPts val="556"/>
              </a:spcAft>
              <a:defRPr sz="1852"/>
            </a:lvl1pPr>
            <a:lvl2pPr marL="380938" indent="-190469">
              <a:spcBef>
                <a:spcPts val="0"/>
              </a:spcBef>
              <a:spcAft>
                <a:spcPts val="556"/>
              </a:spcAft>
              <a:defRPr sz="1852"/>
            </a:lvl2pPr>
            <a:lvl3pPr marL="571406" indent="-190469">
              <a:spcBef>
                <a:spcPts val="0"/>
              </a:spcBef>
              <a:spcAft>
                <a:spcPts val="556"/>
              </a:spcAft>
              <a:defRPr sz="1852"/>
            </a:lvl3pPr>
            <a:lvl4pPr marL="761875" indent="-190469">
              <a:spcBef>
                <a:spcPts val="0"/>
              </a:spcBef>
              <a:spcAft>
                <a:spcPts val="556"/>
              </a:spcAft>
              <a:defRPr sz="1852"/>
            </a:lvl4pPr>
            <a:lvl5pPr marL="952344" indent="-190469">
              <a:spcAft>
                <a:spcPts val="556"/>
              </a:spcAft>
              <a:defRPr sz="1852"/>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Inhaltsplatzhalter 4"/>
          <p:cNvSpPr>
            <a:spLocks noGrp="1"/>
          </p:cNvSpPr>
          <p:nvPr>
            <p:ph sz="quarter" idx="3"/>
          </p:nvPr>
        </p:nvSpPr>
        <p:spPr>
          <a:xfrm>
            <a:off x="394977" y="4000151"/>
            <a:ext cx="5509932" cy="2001124"/>
          </a:xfrm>
        </p:spPr>
        <p:txBody>
          <a:bodyPr/>
          <a:lstStyle>
            <a:lvl1pPr marL="190469" indent="-190469">
              <a:spcBef>
                <a:spcPts val="0"/>
              </a:spcBef>
              <a:spcAft>
                <a:spcPts val="556"/>
              </a:spcAft>
              <a:defRPr sz="1852"/>
            </a:lvl1pPr>
            <a:lvl2pPr marL="380938" indent="-190469">
              <a:spcBef>
                <a:spcPts val="0"/>
              </a:spcBef>
              <a:spcAft>
                <a:spcPts val="556"/>
              </a:spcAft>
              <a:defRPr sz="1852"/>
            </a:lvl2pPr>
            <a:lvl3pPr marL="571406" indent="-190469">
              <a:spcBef>
                <a:spcPts val="0"/>
              </a:spcBef>
              <a:spcAft>
                <a:spcPts val="556"/>
              </a:spcAft>
              <a:defRPr sz="1852"/>
            </a:lvl3pPr>
            <a:lvl4pPr marL="761875" indent="-190469">
              <a:spcBef>
                <a:spcPts val="0"/>
              </a:spcBef>
              <a:spcAft>
                <a:spcPts val="556"/>
              </a:spcAft>
              <a:defRPr sz="1852"/>
            </a:lvl4pPr>
            <a:lvl5pPr marL="952344" indent="-190469">
              <a:spcAft>
                <a:spcPts val="556"/>
              </a:spcAft>
              <a:defRPr sz="1852"/>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6" name="Inhaltsplatzhalter 5"/>
          <p:cNvSpPr>
            <a:spLocks noGrp="1"/>
          </p:cNvSpPr>
          <p:nvPr>
            <p:ph sz="quarter" idx="4"/>
          </p:nvPr>
        </p:nvSpPr>
        <p:spPr>
          <a:xfrm>
            <a:off x="6287091" y="4000151"/>
            <a:ext cx="5524829" cy="2001124"/>
          </a:xfrm>
        </p:spPr>
        <p:txBody>
          <a:bodyPr/>
          <a:lstStyle>
            <a:lvl1pPr marL="190469" indent="-190469">
              <a:spcBef>
                <a:spcPts val="0"/>
              </a:spcBef>
              <a:spcAft>
                <a:spcPts val="556"/>
              </a:spcAft>
              <a:defRPr sz="1852"/>
            </a:lvl1pPr>
            <a:lvl2pPr marL="380938" indent="-190469">
              <a:spcBef>
                <a:spcPts val="0"/>
              </a:spcBef>
              <a:spcAft>
                <a:spcPts val="556"/>
              </a:spcAft>
              <a:defRPr sz="1852"/>
            </a:lvl2pPr>
            <a:lvl3pPr marL="571406" indent="-190469">
              <a:spcBef>
                <a:spcPts val="0"/>
              </a:spcBef>
              <a:spcAft>
                <a:spcPts val="556"/>
              </a:spcAft>
              <a:defRPr sz="1852"/>
            </a:lvl3pPr>
            <a:lvl4pPr marL="761875" indent="-190469">
              <a:spcBef>
                <a:spcPts val="0"/>
              </a:spcBef>
              <a:spcAft>
                <a:spcPts val="556"/>
              </a:spcAft>
              <a:defRPr sz="1852"/>
            </a:lvl4pPr>
            <a:lvl5pPr marL="952344" indent="-190469">
              <a:spcAft>
                <a:spcPts val="556"/>
              </a:spcAft>
              <a:defRPr sz="1852"/>
            </a:lvl5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7" name="Datumsplatzhalter 6"/>
          <p:cNvSpPr>
            <a:spLocks noGrp="1"/>
          </p:cNvSpPr>
          <p:nvPr>
            <p:ph type="dt" sz="half" idx="10"/>
          </p:nvPr>
        </p:nvSpPr>
        <p:spPr/>
        <p:txBody>
          <a:bodyPr/>
          <a:lstStyle/>
          <a:p>
            <a:fld id="{85E37377-EED6-47C3-9B1D-CF36F0FCD8B4}" type="datetime1">
              <a:rPr lang="de-DE" smtClean="0"/>
              <a:t>25.09.2023</a:t>
            </a:fld>
            <a:endParaRPr lang="de-DE"/>
          </a:p>
        </p:txBody>
      </p:sp>
      <p:sp>
        <p:nvSpPr>
          <p:cNvPr id="8" name="Fußzeilenplatzhalter 7"/>
          <p:cNvSpPr>
            <a:spLocks noGrp="1"/>
          </p:cNvSpPr>
          <p:nvPr>
            <p:ph type="ftr" sz="quarter" idx="11"/>
          </p:nvPr>
        </p:nvSpPr>
        <p:spPr/>
        <p:txBody>
          <a:bodyPr/>
          <a:lstStyle/>
          <a:p>
            <a:r>
              <a:rPr lang="de-DE"/>
              <a:t>Präsentationstitel/Autor/Veranstaltung</a:t>
            </a:r>
          </a:p>
        </p:txBody>
      </p:sp>
      <p:sp>
        <p:nvSpPr>
          <p:cNvPr id="9" name="Foliennummernplatzhalter 8"/>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767812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3239452" y="382166"/>
            <a:ext cx="8571547" cy="856511"/>
          </a:xfrm>
        </p:spPr>
        <p:txBody>
          <a:bodyPr anchor="b"/>
          <a:lstStyle>
            <a:lvl1pPr algn="l">
              <a:defRPr sz="3174" b="0"/>
            </a:lvl1pPr>
          </a:lstStyle>
          <a:p>
            <a:r>
              <a:rPr lang="de-DE"/>
              <a:t>Titelmasterformat durch Klicken bearbeiten</a:t>
            </a:r>
            <a:endParaRPr lang="de-DE" dirty="0"/>
          </a:p>
        </p:txBody>
      </p:sp>
      <p:sp>
        <p:nvSpPr>
          <p:cNvPr id="3" name="Bildplatzhalter 2"/>
          <p:cNvSpPr>
            <a:spLocks noGrp="1"/>
          </p:cNvSpPr>
          <p:nvPr>
            <p:ph type="pic" idx="1"/>
          </p:nvPr>
        </p:nvSpPr>
        <p:spPr>
          <a:xfrm>
            <a:off x="382270" y="1618959"/>
            <a:ext cx="11428729" cy="3904666"/>
          </a:xfrm>
          <a:pattFill prst="ltUpDiag">
            <a:fgClr>
              <a:schemeClr val="accent1"/>
            </a:fgClr>
            <a:bgClr>
              <a:schemeClr val="bg1"/>
            </a:bgClr>
          </a:pattFill>
        </p:spPr>
        <p:txBody>
          <a:bodyPr lIns="144000" tIns="144000"/>
          <a:lstStyle>
            <a:lvl1pPr marL="0" indent="0">
              <a:buNone/>
              <a:defRPr sz="1852"/>
            </a:lvl1pPr>
            <a:lvl2pPr marL="604738" indent="0">
              <a:buNone/>
              <a:defRPr sz="3704"/>
            </a:lvl2pPr>
            <a:lvl3pPr marL="1209477" indent="0">
              <a:buNone/>
              <a:defRPr sz="3174"/>
            </a:lvl3pPr>
            <a:lvl4pPr marL="1814215" indent="0">
              <a:buNone/>
              <a:defRPr sz="2645"/>
            </a:lvl4pPr>
            <a:lvl5pPr marL="2418954" indent="0">
              <a:buNone/>
              <a:defRPr sz="2645"/>
            </a:lvl5pPr>
            <a:lvl6pPr marL="3023692" indent="0">
              <a:buNone/>
              <a:defRPr sz="2645"/>
            </a:lvl6pPr>
            <a:lvl7pPr marL="3628431" indent="0">
              <a:buNone/>
              <a:defRPr sz="2645"/>
            </a:lvl7pPr>
            <a:lvl8pPr marL="4233169" indent="0">
              <a:buNone/>
              <a:defRPr sz="2645"/>
            </a:lvl8pPr>
            <a:lvl9pPr marL="4837908" indent="0">
              <a:buNone/>
              <a:defRPr sz="2645"/>
            </a:lvl9pPr>
          </a:lstStyle>
          <a:p>
            <a:r>
              <a:rPr lang="de-DE"/>
              <a:t>Bild durch Klicken auf Symbol hinzufügen</a:t>
            </a:r>
          </a:p>
        </p:txBody>
      </p:sp>
      <p:sp>
        <p:nvSpPr>
          <p:cNvPr id="4" name="Textplatzhalter 3"/>
          <p:cNvSpPr>
            <a:spLocks noGrp="1"/>
          </p:cNvSpPr>
          <p:nvPr>
            <p:ph type="body" sz="half" idx="2"/>
          </p:nvPr>
        </p:nvSpPr>
        <p:spPr>
          <a:xfrm>
            <a:off x="380081" y="5524472"/>
            <a:ext cx="11428729" cy="476179"/>
          </a:xfrm>
        </p:spPr>
        <p:txBody>
          <a:bodyPr anchor="ctr" anchorCtr="0"/>
          <a:lstStyle>
            <a:lvl1pPr marL="0" indent="0">
              <a:buNone/>
              <a:defRPr sz="1852"/>
            </a:lvl1pPr>
            <a:lvl2pPr marL="604738" indent="0">
              <a:buNone/>
              <a:defRPr sz="1587"/>
            </a:lvl2pPr>
            <a:lvl3pPr marL="1209477" indent="0">
              <a:buNone/>
              <a:defRPr sz="1323"/>
            </a:lvl3pPr>
            <a:lvl4pPr marL="1814215" indent="0">
              <a:buNone/>
              <a:defRPr sz="1190"/>
            </a:lvl4pPr>
            <a:lvl5pPr marL="2418954" indent="0">
              <a:buNone/>
              <a:defRPr sz="1190"/>
            </a:lvl5pPr>
            <a:lvl6pPr marL="3023692" indent="0">
              <a:buNone/>
              <a:defRPr sz="1190"/>
            </a:lvl6pPr>
            <a:lvl7pPr marL="3628431" indent="0">
              <a:buNone/>
              <a:defRPr sz="1190"/>
            </a:lvl7pPr>
            <a:lvl8pPr marL="4233169" indent="0">
              <a:buNone/>
              <a:defRPr sz="1190"/>
            </a:lvl8pPr>
            <a:lvl9pPr marL="4837908" indent="0">
              <a:buNone/>
              <a:defRPr sz="1190"/>
            </a:lvl9pPr>
          </a:lstStyle>
          <a:p>
            <a:pPr lvl="0"/>
            <a:r>
              <a:rPr lang="de-DE"/>
              <a:t>Textmasterformat bearbeiten</a:t>
            </a:r>
          </a:p>
        </p:txBody>
      </p:sp>
      <p:sp>
        <p:nvSpPr>
          <p:cNvPr id="5" name="Datumsplatzhalter 4"/>
          <p:cNvSpPr>
            <a:spLocks noGrp="1"/>
          </p:cNvSpPr>
          <p:nvPr>
            <p:ph type="dt" sz="half" idx="10"/>
          </p:nvPr>
        </p:nvSpPr>
        <p:spPr/>
        <p:txBody>
          <a:bodyPr/>
          <a:lstStyle/>
          <a:p>
            <a:fld id="{6B01E8E8-8A29-4D85-A2C3-6995032989B7}"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37311003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Bild mit Überschrift und Text">
    <p:spTree>
      <p:nvGrpSpPr>
        <p:cNvPr id="1" name=""/>
        <p:cNvGrpSpPr/>
        <p:nvPr/>
      </p:nvGrpSpPr>
      <p:grpSpPr>
        <a:xfrm>
          <a:off x="0" y="0"/>
          <a:ext cx="0" cy="0"/>
          <a:chOff x="0" y="0"/>
          <a:chExt cx="0" cy="0"/>
        </a:xfrm>
      </p:grpSpPr>
      <p:sp>
        <p:nvSpPr>
          <p:cNvPr id="2" name="Titel 1"/>
          <p:cNvSpPr>
            <a:spLocks noGrp="1"/>
          </p:cNvSpPr>
          <p:nvPr>
            <p:ph type="title"/>
          </p:nvPr>
        </p:nvSpPr>
        <p:spPr>
          <a:xfrm>
            <a:off x="3239452" y="382166"/>
            <a:ext cx="8571547" cy="857122"/>
          </a:xfrm>
        </p:spPr>
        <p:txBody>
          <a:bodyPr anchor="b"/>
          <a:lstStyle>
            <a:lvl1pPr algn="l">
              <a:defRPr sz="3174" b="0"/>
            </a:lvl1pPr>
          </a:lstStyle>
          <a:p>
            <a:r>
              <a:rPr lang="de-DE"/>
              <a:t>Titelmasterformat durch Klicken bearbeiten</a:t>
            </a:r>
            <a:endParaRPr lang="de-DE" dirty="0"/>
          </a:p>
        </p:txBody>
      </p:sp>
      <p:sp>
        <p:nvSpPr>
          <p:cNvPr id="3" name="Bildplatzhalter 2"/>
          <p:cNvSpPr>
            <a:spLocks noGrp="1"/>
          </p:cNvSpPr>
          <p:nvPr>
            <p:ph type="pic" idx="1"/>
          </p:nvPr>
        </p:nvSpPr>
        <p:spPr>
          <a:xfrm>
            <a:off x="381868" y="1618958"/>
            <a:ext cx="7809631" cy="4380845"/>
          </a:xfrm>
          <a:pattFill prst="ltUpDiag">
            <a:fgClr>
              <a:schemeClr val="accent1"/>
            </a:fgClr>
            <a:bgClr>
              <a:schemeClr val="bg1"/>
            </a:bgClr>
          </a:pattFill>
        </p:spPr>
        <p:txBody>
          <a:bodyPr lIns="144000" tIns="144000"/>
          <a:lstStyle>
            <a:lvl1pPr marL="0" indent="0">
              <a:buNone/>
              <a:defRPr sz="1852"/>
            </a:lvl1pPr>
            <a:lvl2pPr marL="604738" indent="0">
              <a:buNone/>
              <a:defRPr sz="3704"/>
            </a:lvl2pPr>
            <a:lvl3pPr marL="1209477" indent="0">
              <a:buNone/>
              <a:defRPr sz="3174"/>
            </a:lvl3pPr>
            <a:lvl4pPr marL="1814215" indent="0">
              <a:buNone/>
              <a:defRPr sz="2645"/>
            </a:lvl4pPr>
            <a:lvl5pPr marL="2418954" indent="0">
              <a:buNone/>
              <a:defRPr sz="2645"/>
            </a:lvl5pPr>
            <a:lvl6pPr marL="3023692" indent="0">
              <a:buNone/>
              <a:defRPr sz="2645"/>
            </a:lvl6pPr>
            <a:lvl7pPr marL="3628431" indent="0">
              <a:buNone/>
              <a:defRPr sz="2645"/>
            </a:lvl7pPr>
            <a:lvl8pPr marL="4233169" indent="0">
              <a:buNone/>
              <a:defRPr sz="2645"/>
            </a:lvl8pPr>
            <a:lvl9pPr marL="4837908" indent="0">
              <a:buNone/>
              <a:defRPr sz="2645"/>
            </a:lvl9pPr>
          </a:lstStyle>
          <a:p>
            <a:r>
              <a:rPr lang="de-DE"/>
              <a:t>Bild durch Klicken auf Symbol hinzufügen</a:t>
            </a:r>
          </a:p>
        </p:txBody>
      </p:sp>
      <p:sp>
        <p:nvSpPr>
          <p:cNvPr id="4" name="Textplatzhalter 3"/>
          <p:cNvSpPr>
            <a:spLocks noGrp="1"/>
          </p:cNvSpPr>
          <p:nvPr>
            <p:ph type="body" sz="half" idx="2"/>
          </p:nvPr>
        </p:nvSpPr>
        <p:spPr>
          <a:xfrm>
            <a:off x="8572499" y="1618958"/>
            <a:ext cx="3239420" cy="4380845"/>
          </a:xfrm>
        </p:spPr>
        <p:txBody>
          <a:bodyPr/>
          <a:lstStyle>
            <a:lvl1pPr marL="0" indent="0">
              <a:buNone/>
              <a:defRPr sz="1852"/>
            </a:lvl1pPr>
            <a:lvl2pPr marL="604738" indent="0">
              <a:buNone/>
              <a:defRPr sz="1587"/>
            </a:lvl2pPr>
            <a:lvl3pPr marL="1209477" indent="0">
              <a:buNone/>
              <a:defRPr sz="1323"/>
            </a:lvl3pPr>
            <a:lvl4pPr marL="1814215" indent="0">
              <a:buNone/>
              <a:defRPr sz="1190"/>
            </a:lvl4pPr>
            <a:lvl5pPr marL="2418954" indent="0">
              <a:buNone/>
              <a:defRPr sz="1190"/>
            </a:lvl5pPr>
            <a:lvl6pPr marL="3023692" indent="0">
              <a:buNone/>
              <a:defRPr sz="1190"/>
            </a:lvl6pPr>
            <a:lvl7pPr marL="3628431" indent="0">
              <a:buNone/>
              <a:defRPr sz="1190"/>
            </a:lvl7pPr>
            <a:lvl8pPr marL="4233169" indent="0">
              <a:buNone/>
              <a:defRPr sz="1190"/>
            </a:lvl8pPr>
            <a:lvl9pPr marL="4837908" indent="0">
              <a:buNone/>
              <a:defRPr sz="1190"/>
            </a:lvl9pPr>
          </a:lstStyle>
          <a:p>
            <a:pPr lvl="0"/>
            <a:r>
              <a:rPr lang="de-DE"/>
              <a:t>Textmasterformat bearbeiten</a:t>
            </a:r>
          </a:p>
        </p:txBody>
      </p:sp>
      <p:sp>
        <p:nvSpPr>
          <p:cNvPr id="5" name="Datumsplatzhalter 4"/>
          <p:cNvSpPr>
            <a:spLocks noGrp="1"/>
          </p:cNvSpPr>
          <p:nvPr>
            <p:ph type="dt" sz="half" idx="10"/>
          </p:nvPr>
        </p:nvSpPr>
        <p:spPr/>
        <p:txBody>
          <a:bodyPr/>
          <a:lstStyle/>
          <a:p>
            <a:fld id="{3CA6A51E-5224-4001-A6A1-6147DB41844D}"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42729042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Bilder mit 2-spaltigem Text">
    <p:spTree>
      <p:nvGrpSpPr>
        <p:cNvPr id="1" name=""/>
        <p:cNvGrpSpPr/>
        <p:nvPr/>
      </p:nvGrpSpPr>
      <p:grpSpPr>
        <a:xfrm>
          <a:off x="0" y="0"/>
          <a:ext cx="0" cy="0"/>
          <a:chOff x="0" y="0"/>
          <a:chExt cx="0" cy="0"/>
        </a:xfrm>
      </p:grpSpPr>
      <p:sp>
        <p:nvSpPr>
          <p:cNvPr id="2" name="Titel 1"/>
          <p:cNvSpPr>
            <a:spLocks noGrp="1"/>
          </p:cNvSpPr>
          <p:nvPr>
            <p:ph type="title"/>
          </p:nvPr>
        </p:nvSpPr>
        <p:spPr>
          <a:xfrm>
            <a:off x="3239452" y="382166"/>
            <a:ext cx="8571547" cy="857122"/>
          </a:xfrm>
        </p:spPr>
        <p:txBody>
          <a:bodyPr anchor="b" anchorCtr="0"/>
          <a:lstStyle>
            <a:lvl1pPr algn="l">
              <a:defRPr lang="de-DE" dirty="0"/>
            </a:lvl1pPr>
          </a:lstStyle>
          <a:p>
            <a:r>
              <a:rPr lang="de-DE"/>
              <a:t>Titelmasterformat durch Klicken bearbeiten</a:t>
            </a:r>
            <a:endParaRPr lang="de-DE" dirty="0"/>
          </a:p>
        </p:txBody>
      </p:sp>
      <p:sp>
        <p:nvSpPr>
          <p:cNvPr id="3" name="Bildplatzhalter 2"/>
          <p:cNvSpPr>
            <a:spLocks noGrp="1"/>
          </p:cNvSpPr>
          <p:nvPr>
            <p:ph type="pic" idx="1"/>
          </p:nvPr>
        </p:nvSpPr>
        <p:spPr>
          <a:xfrm>
            <a:off x="381868" y="1618957"/>
            <a:ext cx="2476092" cy="2001126"/>
          </a:xfrm>
          <a:pattFill prst="ltUpDiag">
            <a:fgClr>
              <a:schemeClr val="accent1"/>
            </a:fgClr>
            <a:bgClr>
              <a:schemeClr val="bg1"/>
            </a:bgClr>
          </a:pattFill>
        </p:spPr>
        <p:txBody>
          <a:bodyPr lIns="144000" tIns="144000"/>
          <a:lstStyle>
            <a:lvl1pPr marL="0" indent="0">
              <a:buNone/>
              <a:defRPr sz="1852"/>
            </a:lvl1pPr>
            <a:lvl2pPr marL="604738" indent="0">
              <a:buNone/>
              <a:defRPr sz="3704"/>
            </a:lvl2pPr>
            <a:lvl3pPr marL="1209477" indent="0">
              <a:buNone/>
              <a:defRPr sz="3174"/>
            </a:lvl3pPr>
            <a:lvl4pPr marL="1814215" indent="0">
              <a:buNone/>
              <a:defRPr sz="2645"/>
            </a:lvl4pPr>
            <a:lvl5pPr marL="2418954" indent="0">
              <a:buNone/>
              <a:defRPr sz="2645"/>
            </a:lvl5pPr>
            <a:lvl6pPr marL="3023692" indent="0">
              <a:buNone/>
              <a:defRPr sz="2645"/>
            </a:lvl6pPr>
            <a:lvl7pPr marL="3628431" indent="0">
              <a:buNone/>
              <a:defRPr sz="2645"/>
            </a:lvl7pPr>
            <a:lvl8pPr marL="4233169" indent="0">
              <a:buNone/>
              <a:defRPr sz="2645"/>
            </a:lvl8pPr>
            <a:lvl9pPr marL="4837908" indent="0">
              <a:buNone/>
              <a:defRPr sz="2645"/>
            </a:lvl9pPr>
          </a:lstStyle>
          <a:p>
            <a:r>
              <a:rPr lang="de-DE"/>
              <a:t>Bild durch Klicken auf Symbol hinzufügen</a:t>
            </a:r>
          </a:p>
        </p:txBody>
      </p:sp>
      <p:sp>
        <p:nvSpPr>
          <p:cNvPr id="4" name="Textplatzhalter 3"/>
          <p:cNvSpPr>
            <a:spLocks noGrp="1"/>
          </p:cNvSpPr>
          <p:nvPr>
            <p:ph type="body" sz="half" idx="2"/>
          </p:nvPr>
        </p:nvSpPr>
        <p:spPr>
          <a:xfrm>
            <a:off x="3238500" y="1618958"/>
            <a:ext cx="8573420" cy="4380845"/>
          </a:xfrm>
        </p:spPr>
        <p:txBody>
          <a:bodyPr numCol="2" spcCol="216000"/>
          <a:lstStyle>
            <a:lvl1pPr marL="0" indent="0">
              <a:buNone/>
              <a:defRPr sz="1852"/>
            </a:lvl1pPr>
            <a:lvl2pPr marL="604738" indent="0">
              <a:buNone/>
              <a:defRPr sz="1587"/>
            </a:lvl2pPr>
            <a:lvl3pPr marL="1209477" indent="0">
              <a:buNone/>
              <a:defRPr sz="1323"/>
            </a:lvl3pPr>
            <a:lvl4pPr marL="1814215" indent="0">
              <a:buNone/>
              <a:defRPr sz="1190"/>
            </a:lvl4pPr>
            <a:lvl5pPr marL="2418954" indent="0">
              <a:buNone/>
              <a:defRPr sz="1190"/>
            </a:lvl5pPr>
            <a:lvl6pPr marL="3023692" indent="0">
              <a:buNone/>
              <a:defRPr sz="1190"/>
            </a:lvl6pPr>
            <a:lvl7pPr marL="3628431" indent="0">
              <a:buNone/>
              <a:defRPr sz="1190"/>
            </a:lvl7pPr>
            <a:lvl8pPr marL="4233169" indent="0">
              <a:buNone/>
              <a:defRPr sz="1190"/>
            </a:lvl8pPr>
            <a:lvl9pPr marL="4837908" indent="0">
              <a:buNone/>
              <a:defRPr sz="1190"/>
            </a:lvl9pPr>
          </a:lstStyle>
          <a:p>
            <a:pPr lvl="0"/>
            <a:r>
              <a:rPr lang="de-DE"/>
              <a:t>Textmasterformat bearbeiten</a:t>
            </a:r>
          </a:p>
        </p:txBody>
      </p:sp>
      <p:sp>
        <p:nvSpPr>
          <p:cNvPr id="5" name="Datumsplatzhalter 4"/>
          <p:cNvSpPr>
            <a:spLocks noGrp="1"/>
          </p:cNvSpPr>
          <p:nvPr>
            <p:ph type="dt" sz="half" idx="10"/>
          </p:nvPr>
        </p:nvSpPr>
        <p:spPr/>
        <p:txBody>
          <a:bodyPr/>
          <a:lstStyle/>
          <a:p>
            <a:fld id="{0C1259EA-2A08-45BF-9248-C0AD7AEF30D3}" type="datetime1">
              <a:rPr lang="de-DE" smtClean="0"/>
              <a:t>25.09.2023</a:t>
            </a:fld>
            <a:endParaRPr lang="de-DE"/>
          </a:p>
        </p:txBody>
      </p:sp>
      <p:sp>
        <p:nvSpPr>
          <p:cNvPr id="6" name="Fußzeilenplatzhalter 5"/>
          <p:cNvSpPr>
            <a:spLocks noGrp="1"/>
          </p:cNvSpPr>
          <p:nvPr>
            <p:ph type="ftr" sz="quarter" idx="11"/>
          </p:nvPr>
        </p:nvSpPr>
        <p:spPr/>
        <p:txBody>
          <a:bodyPr/>
          <a:lstStyle/>
          <a:p>
            <a:r>
              <a:rPr lang="de-DE"/>
              <a:t>Präsentationstitel/Autor/Veranstaltung</a:t>
            </a:r>
          </a:p>
        </p:txBody>
      </p:sp>
      <p:sp>
        <p:nvSpPr>
          <p:cNvPr id="7" name="Foliennummernplatzhalter 6"/>
          <p:cNvSpPr>
            <a:spLocks noGrp="1"/>
          </p:cNvSpPr>
          <p:nvPr>
            <p:ph type="sldNum" sz="quarter" idx="12"/>
          </p:nvPr>
        </p:nvSpPr>
        <p:spPr/>
        <p:txBody>
          <a:bodyPr/>
          <a:lstStyle/>
          <a:p>
            <a:fld id="{527F1E04-A1A3-475C-A843-CFD0985386EF}" type="slidenum">
              <a:rPr lang="de-DE" smtClean="0"/>
              <a:t>‹#›</a:t>
            </a:fld>
            <a:endParaRPr lang="de-DE"/>
          </a:p>
        </p:txBody>
      </p:sp>
      <p:sp>
        <p:nvSpPr>
          <p:cNvPr id="9" name="Bildplatzhalter 8"/>
          <p:cNvSpPr>
            <a:spLocks noGrp="1"/>
          </p:cNvSpPr>
          <p:nvPr>
            <p:ph type="pic" sz="quarter" idx="13"/>
          </p:nvPr>
        </p:nvSpPr>
        <p:spPr>
          <a:xfrm>
            <a:off x="380082" y="4000151"/>
            <a:ext cx="2477878" cy="2001124"/>
          </a:xfrm>
          <a:pattFill prst="ltUpDiag">
            <a:fgClr>
              <a:schemeClr val="accent1"/>
            </a:fgClr>
            <a:bgClr>
              <a:schemeClr val="bg1"/>
            </a:bgClr>
          </a:pattFill>
        </p:spPr>
        <p:txBody>
          <a:bodyPr lIns="144000" tIns="144000"/>
          <a:lstStyle>
            <a:lvl1pPr marL="0" indent="0">
              <a:buNone/>
              <a:defRPr sz="1852"/>
            </a:lvl1pPr>
          </a:lstStyle>
          <a:p>
            <a:r>
              <a:rPr lang="de-DE"/>
              <a:t>Bild durch Klicken auf Symbol hinzufügen</a:t>
            </a:r>
            <a:endParaRPr lang="de-DE" dirty="0"/>
          </a:p>
        </p:txBody>
      </p:sp>
    </p:spTree>
    <p:extLst>
      <p:ext uri="{BB962C8B-B14F-4D97-AF65-F5344CB8AC3E}">
        <p14:creationId xmlns:p14="http://schemas.microsoft.com/office/powerpoint/2010/main" val="17143456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de-DE" dirty="0"/>
          </a:p>
        </p:txBody>
      </p:sp>
      <p:sp>
        <p:nvSpPr>
          <p:cNvPr id="3" name="Datumsplatzhalter 2"/>
          <p:cNvSpPr>
            <a:spLocks noGrp="1"/>
          </p:cNvSpPr>
          <p:nvPr>
            <p:ph type="dt" sz="half" idx="10"/>
          </p:nvPr>
        </p:nvSpPr>
        <p:spPr/>
        <p:txBody>
          <a:bodyPr/>
          <a:lstStyle/>
          <a:p>
            <a:fld id="{0A2F6472-5AB0-4742-9C4D-F8F2B67B83AE}" type="datetime1">
              <a:rPr lang="de-DE" smtClean="0"/>
              <a:t>25.09.2023</a:t>
            </a:fld>
            <a:endParaRPr lang="de-DE"/>
          </a:p>
        </p:txBody>
      </p:sp>
      <p:sp>
        <p:nvSpPr>
          <p:cNvPr id="4" name="Fußzeilenplatzhalter 3"/>
          <p:cNvSpPr>
            <a:spLocks noGrp="1"/>
          </p:cNvSpPr>
          <p:nvPr>
            <p:ph type="ftr" sz="quarter" idx="11"/>
          </p:nvPr>
        </p:nvSpPr>
        <p:spPr/>
        <p:txBody>
          <a:bodyPr/>
          <a:lstStyle/>
          <a:p>
            <a:r>
              <a:rPr lang="de-DE"/>
              <a:t>Präsentationstitel/Autor/Veranstaltung</a:t>
            </a:r>
          </a:p>
        </p:txBody>
      </p:sp>
      <p:sp>
        <p:nvSpPr>
          <p:cNvPr id="5" name="Foliennummernplatzhalter 4"/>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1988232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48F520C-6F56-480F-8597-220998799912}" type="datetime1">
              <a:rPr lang="de-DE" smtClean="0"/>
              <a:t>25.09.2023</a:t>
            </a:fld>
            <a:endParaRPr lang="de-DE"/>
          </a:p>
        </p:txBody>
      </p:sp>
      <p:sp>
        <p:nvSpPr>
          <p:cNvPr id="3" name="Fußzeilenplatzhalter 2"/>
          <p:cNvSpPr>
            <a:spLocks noGrp="1"/>
          </p:cNvSpPr>
          <p:nvPr>
            <p:ph type="ftr" sz="quarter" idx="11"/>
          </p:nvPr>
        </p:nvSpPr>
        <p:spPr/>
        <p:txBody>
          <a:bodyPr/>
          <a:lstStyle/>
          <a:p>
            <a:r>
              <a:rPr lang="de-DE"/>
              <a:t>Präsentationstitel/Autor/Veranstaltung</a:t>
            </a:r>
          </a:p>
        </p:txBody>
      </p:sp>
      <p:sp>
        <p:nvSpPr>
          <p:cNvPr id="4" name="Foliennummernplatzhalter 3"/>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3391466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ank">
    <p:spTree>
      <p:nvGrpSpPr>
        <p:cNvPr id="1" name=""/>
        <p:cNvGrpSpPr/>
        <p:nvPr/>
      </p:nvGrpSpPr>
      <p:grpSpPr>
        <a:xfrm>
          <a:off x="0" y="0"/>
          <a:ext cx="0" cy="0"/>
          <a:chOff x="0" y="0"/>
          <a:chExt cx="0" cy="0"/>
        </a:xfrm>
      </p:grpSpPr>
      <p:sp>
        <p:nvSpPr>
          <p:cNvPr id="7" name="Textplatzhalter 6"/>
          <p:cNvSpPr>
            <a:spLocks noGrp="1"/>
          </p:cNvSpPr>
          <p:nvPr userDrawn="1">
            <p:ph type="body" sz="quarter" idx="13" hasCustomPrompt="1"/>
          </p:nvPr>
        </p:nvSpPr>
        <p:spPr>
          <a:xfrm>
            <a:off x="-1" y="1238893"/>
            <a:ext cx="12192000" cy="5619108"/>
          </a:xfrm>
          <a:noFill/>
        </p:spPr>
        <p:txBody>
          <a:bodyPr lIns="1296000" tIns="720000" rIns="1440000"/>
          <a:lstStyle>
            <a:lvl1pPr marL="0" indent="0">
              <a:lnSpc>
                <a:spcPts val="4233"/>
              </a:lnSpc>
              <a:spcBef>
                <a:spcPts val="0"/>
              </a:spcBef>
              <a:spcAft>
                <a:spcPts val="0"/>
              </a:spcAft>
              <a:buNone/>
              <a:tabLst>
                <a:tab pos="4510341" algn="l"/>
              </a:tabLst>
              <a:defRPr sz="3704" baseline="0"/>
            </a:lvl1pPr>
          </a:lstStyle>
          <a:p>
            <a:pPr lvl="0"/>
            <a:r>
              <a:rPr lang="de-DE" dirty="0"/>
              <a:t>Durch Klicken individuelle Dankesformel hinzufügen</a:t>
            </a:r>
          </a:p>
        </p:txBody>
      </p:sp>
      <p:sp>
        <p:nvSpPr>
          <p:cNvPr id="9" name="Textplatzhalter 8"/>
          <p:cNvSpPr>
            <a:spLocks noGrp="1"/>
          </p:cNvSpPr>
          <p:nvPr userDrawn="1">
            <p:ph type="body" sz="quarter" idx="14" hasCustomPrompt="1"/>
          </p:nvPr>
        </p:nvSpPr>
        <p:spPr>
          <a:xfrm>
            <a:off x="1714500" y="4382317"/>
            <a:ext cx="5524827" cy="1618958"/>
          </a:xfrm>
        </p:spPr>
        <p:txBody>
          <a:bodyPr/>
          <a:lstStyle>
            <a:lvl1pPr marL="0" indent="0">
              <a:buNone/>
              <a:defRPr sz="1852" baseline="0"/>
            </a:lvl1pPr>
          </a:lstStyle>
          <a:p>
            <a:pPr lvl="0"/>
            <a:r>
              <a:rPr lang="de-DE" dirty="0"/>
              <a:t>Durch Klicken Autor/Adresse/Kontaktdaten hinzufügen</a:t>
            </a:r>
          </a:p>
        </p:txBody>
      </p:sp>
      <p:grpSp>
        <p:nvGrpSpPr>
          <p:cNvPr id="31" name="Gruppieren 30"/>
          <p:cNvGrpSpPr>
            <a:grpSpLocks noChangeAspect="1"/>
          </p:cNvGrpSpPr>
          <p:nvPr userDrawn="1"/>
        </p:nvGrpSpPr>
        <p:grpSpPr>
          <a:xfrm>
            <a:off x="381001" y="381211"/>
            <a:ext cx="2230875" cy="857122"/>
            <a:chOff x="7081838" y="144463"/>
            <a:chExt cx="1871662" cy="719137"/>
          </a:xfrm>
        </p:grpSpPr>
        <p:sp>
          <p:nvSpPr>
            <p:cNvPr id="52" name="AutoShape 3"/>
            <p:cNvSpPr>
              <a:spLocks noChangeAspect="1" noChangeArrowheads="1" noTextEdit="1"/>
            </p:cNvSpPr>
            <p:nvPr userDrawn="1"/>
          </p:nvSpPr>
          <p:spPr bwMode="auto">
            <a:xfrm>
              <a:off x="7081838" y="144463"/>
              <a:ext cx="1871662"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53" name="Freeform 5"/>
            <p:cNvSpPr>
              <a:spLocks/>
            </p:cNvSpPr>
            <p:nvPr userDrawn="1"/>
          </p:nvSpPr>
          <p:spPr bwMode="auto">
            <a:xfrm>
              <a:off x="8216900" y="144463"/>
              <a:ext cx="455612" cy="392112"/>
            </a:xfrm>
            <a:custGeom>
              <a:avLst/>
              <a:gdLst>
                <a:gd name="T0" fmla="*/ 944 w 1277"/>
                <a:gd name="T1" fmla="*/ 552 h 1104"/>
                <a:gd name="T2" fmla="*/ 1277 w 1277"/>
                <a:gd name="T3" fmla="*/ 0 h 1104"/>
                <a:gd name="T4" fmla="*/ 0 w 1277"/>
                <a:gd name="T5" fmla="*/ 0 h 1104"/>
                <a:gd name="T6" fmla="*/ 0 w 1277"/>
                <a:gd name="T7" fmla="*/ 1104 h 1104"/>
                <a:gd name="T8" fmla="*/ 944 w 1277"/>
                <a:gd name="T9" fmla="*/ 552 h 1104"/>
              </a:gdLst>
              <a:ahLst/>
              <a:cxnLst>
                <a:cxn ang="0">
                  <a:pos x="T0" y="T1"/>
                </a:cxn>
                <a:cxn ang="0">
                  <a:pos x="T2" y="T3"/>
                </a:cxn>
                <a:cxn ang="0">
                  <a:pos x="T4" y="T5"/>
                </a:cxn>
                <a:cxn ang="0">
                  <a:pos x="T6" y="T7"/>
                </a:cxn>
                <a:cxn ang="0">
                  <a:pos x="T8" y="T9"/>
                </a:cxn>
              </a:cxnLst>
              <a:rect l="0" t="0" r="r" b="b"/>
              <a:pathLst>
                <a:path w="1277" h="1104">
                  <a:moveTo>
                    <a:pt x="944" y="552"/>
                  </a:moveTo>
                  <a:cubicBezTo>
                    <a:pt x="1110" y="357"/>
                    <a:pt x="1203" y="197"/>
                    <a:pt x="1277" y="0"/>
                  </a:cubicBezTo>
                  <a:lnTo>
                    <a:pt x="0" y="0"/>
                  </a:lnTo>
                  <a:lnTo>
                    <a:pt x="0" y="1104"/>
                  </a:lnTo>
                  <a:cubicBezTo>
                    <a:pt x="253" y="1070"/>
                    <a:pt x="607" y="949"/>
                    <a:pt x="944" y="552"/>
                  </a:cubicBezTo>
                  <a:close/>
                </a:path>
              </a:pathLst>
            </a:custGeom>
            <a:solidFill>
              <a:srgbClr val="07529A"/>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54" name="Rectangle 6"/>
            <p:cNvSpPr>
              <a:spLocks noChangeArrowheads="1"/>
            </p:cNvSpPr>
            <p:nvPr userDrawn="1"/>
          </p:nvSpPr>
          <p:spPr bwMode="auto">
            <a:xfrm>
              <a:off x="8216900" y="654050"/>
              <a:ext cx="714375" cy="200025"/>
            </a:xfrm>
            <a:prstGeom prst="rect">
              <a:avLst/>
            </a:prstGeom>
            <a:solidFill>
              <a:srgbClr val="EAB90C"/>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55" name="Freeform 7"/>
            <p:cNvSpPr>
              <a:spLocks/>
            </p:cNvSpPr>
            <p:nvPr userDrawn="1"/>
          </p:nvSpPr>
          <p:spPr bwMode="auto">
            <a:xfrm>
              <a:off x="8216900" y="144463"/>
              <a:ext cx="714375" cy="477837"/>
            </a:xfrm>
            <a:custGeom>
              <a:avLst/>
              <a:gdLst>
                <a:gd name="T0" fmla="*/ 2000 w 2000"/>
                <a:gd name="T1" fmla="*/ 0 h 1349"/>
                <a:gd name="T2" fmla="*/ 1361 w 2000"/>
                <a:gd name="T3" fmla="*/ 0 h 1349"/>
                <a:gd name="T4" fmla="*/ 992 w 2000"/>
                <a:gd name="T5" fmla="*/ 627 h 1349"/>
                <a:gd name="T6" fmla="*/ 0 w 2000"/>
                <a:gd name="T7" fmla="*/ 1193 h 1349"/>
                <a:gd name="T8" fmla="*/ 0 w 2000"/>
                <a:gd name="T9" fmla="*/ 1349 h 1349"/>
                <a:gd name="T10" fmla="*/ 2000 w 2000"/>
                <a:gd name="T11" fmla="*/ 1349 h 1349"/>
                <a:gd name="T12" fmla="*/ 2000 w 2000"/>
                <a:gd name="T13" fmla="*/ 0 h 1349"/>
              </a:gdLst>
              <a:ahLst/>
              <a:cxnLst>
                <a:cxn ang="0">
                  <a:pos x="T0" y="T1"/>
                </a:cxn>
                <a:cxn ang="0">
                  <a:pos x="T2" y="T3"/>
                </a:cxn>
                <a:cxn ang="0">
                  <a:pos x="T4" y="T5"/>
                </a:cxn>
                <a:cxn ang="0">
                  <a:pos x="T6" y="T7"/>
                </a:cxn>
                <a:cxn ang="0">
                  <a:pos x="T8" y="T9"/>
                </a:cxn>
                <a:cxn ang="0">
                  <a:pos x="T10" y="T11"/>
                </a:cxn>
                <a:cxn ang="0">
                  <a:pos x="T12" y="T13"/>
                </a:cxn>
              </a:cxnLst>
              <a:rect l="0" t="0"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56" name="Freeform 8"/>
            <p:cNvSpPr>
              <a:spLocks noEditPoints="1"/>
            </p:cNvSpPr>
            <p:nvPr userDrawn="1"/>
          </p:nvSpPr>
          <p:spPr bwMode="auto">
            <a:xfrm>
              <a:off x="8250238" y="690563"/>
              <a:ext cx="95250" cy="131762"/>
            </a:xfrm>
            <a:custGeom>
              <a:avLst/>
              <a:gdLst>
                <a:gd name="T0" fmla="*/ 134 w 264"/>
                <a:gd name="T1" fmla="*/ 318 h 371"/>
                <a:gd name="T2" fmla="*/ 198 w 264"/>
                <a:gd name="T3" fmla="*/ 265 h 371"/>
                <a:gd name="T4" fmla="*/ 132 w 264"/>
                <a:gd name="T5" fmla="*/ 203 h 371"/>
                <a:gd name="T6" fmla="*/ 65 w 264"/>
                <a:gd name="T7" fmla="*/ 203 h 371"/>
                <a:gd name="T8" fmla="*/ 65 w 264"/>
                <a:gd name="T9" fmla="*/ 318 h 371"/>
                <a:gd name="T10" fmla="*/ 134 w 264"/>
                <a:gd name="T11" fmla="*/ 318 h 371"/>
                <a:gd name="T12" fmla="*/ 65 w 264"/>
                <a:gd name="T13" fmla="*/ 53 h 371"/>
                <a:gd name="T14" fmla="*/ 65 w 264"/>
                <a:gd name="T15" fmla="*/ 155 h 371"/>
                <a:gd name="T16" fmla="*/ 131 w 264"/>
                <a:gd name="T17" fmla="*/ 155 h 371"/>
                <a:gd name="T18" fmla="*/ 190 w 264"/>
                <a:gd name="T19" fmla="*/ 103 h 371"/>
                <a:gd name="T20" fmla="*/ 126 w 264"/>
                <a:gd name="T21" fmla="*/ 53 h 371"/>
                <a:gd name="T22" fmla="*/ 65 w 264"/>
                <a:gd name="T23" fmla="*/ 53 h 371"/>
                <a:gd name="T24" fmla="*/ 191 w 264"/>
                <a:gd name="T25" fmla="*/ 180 h 371"/>
                <a:gd name="T26" fmla="*/ 264 w 264"/>
                <a:gd name="T27" fmla="*/ 277 h 371"/>
                <a:gd name="T28" fmla="*/ 145 w 264"/>
                <a:gd name="T29" fmla="*/ 371 h 371"/>
                <a:gd name="T30" fmla="*/ 0 w 264"/>
                <a:gd name="T31" fmla="*/ 367 h 371"/>
                <a:gd name="T32" fmla="*/ 0 w 264"/>
                <a:gd name="T33" fmla="*/ 4 h 371"/>
                <a:gd name="T34" fmla="*/ 129 w 264"/>
                <a:gd name="T35" fmla="*/ 0 h 371"/>
                <a:gd name="T36" fmla="*/ 253 w 264"/>
                <a:gd name="T37" fmla="*/ 95 h 371"/>
                <a:gd name="T38" fmla="*/ 191 w 264"/>
                <a:gd name="T39" fmla="*/ 178 h 371"/>
                <a:gd name="T40" fmla="*/ 191 w 264"/>
                <a:gd name="T41"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4" h="371">
                  <a:moveTo>
                    <a:pt x="134" y="318"/>
                  </a:moveTo>
                  <a:cubicBezTo>
                    <a:pt x="183" y="318"/>
                    <a:pt x="198" y="308"/>
                    <a:pt x="198" y="265"/>
                  </a:cubicBezTo>
                  <a:cubicBezTo>
                    <a:pt x="198" y="216"/>
                    <a:pt x="182" y="204"/>
                    <a:pt x="132" y="203"/>
                  </a:cubicBezTo>
                  <a:lnTo>
                    <a:pt x="65" y="203"/>
                  </a:lnTo>
                  <a:lnTo>
                    <a:pt x="65" y="318"/>
                  </a:lnTo>
                  <a:lnTo>
                    <a:pt x="134" y="318"/>
                  </a:lnTo>
                  <a:close/>
                  <a:moveTo>
                    <a:pt x="65" y="53"/>
                  </a:moveTo>
                  <a:lnTo>
                    <a:pt x="65" y="155"/>
                  </a:lnTo>
                  <a:lnTo>
                    <a:pt x="131" y="155"/>
                  </a:lnTo>
                  <a:cubicBezTo>
                    <a:pt x="175" y="155"/>
                    <a:pt x="190" y="145"/>
                    <a:pt x="190" y="103"/>
                  </a:cubicBezTo>
                  <a:cubicBezTo>
                    <a:pt x="190" y="63"/>
                    <a:pt x="174" y="53"/>
                    <a:pt x="126" y="53"/>
                  </a:cubicBezTo>
                  <a:lnTo>
                    <a:pt x="65" y="53"/>
                  </a:lnTo>
                  <a:close/>
                  <a:moveTo>
                    <a:pt x="191" y="180"/>
                  </a:moveTo>
                  <a:cubicBezTo>
                    <a:pt x="245" y="185"/>
                    <a:pt x="264" y="219"/>
                    <a:pt x="264" y="277"/>
                  </a:cubicBezTo>
                  <a:cubicBezTo>
                    <a:pt x="264" y="351"/>
                    <a:pt x="230" y="371"/>
                    <a:pt x="145" y="371"/>
                  </a:cubicBezTo>
                  <a:cubicBezTo>
                    <a:pt x="79" y="371"/>
                    <a:pt x="44" y="371"/>
                    <a:pt x="0" y="367"/>
                  </a:cubicBezTo>
                  <a:lnTo>
                    <a:pt x="0" y="4"/>
                  </a:lnTo>
                  <a:cubicBezTo>
                    <a:pt x="39" y="1"/>
                    <a:pt x="71" y="0"/>
                    <a:pt x="129" y="0"/>
                  </a:cubicBezTo>
                  <a:cubicBezTo>
                    <a:pt x="220" y="0"/>
                    <a:pt x="253" y="20"/>
                    <a:pt x="253" y="95"/>
                  </a:cubicBezTo>
                  <a:cubicBezTo>
                    <a:pt x="253" y="147"/>
                    <a:pt x="235" y="174"/>
                    <a:pt x="191" y="178"/>
                  </a:cubicBezTo>
                  <a:lnTo>
                    <a:pt x="191" y="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57" name="Freeform 9"/>
            <p:cNvSpPr>
              <a:spLocks noEditPoints="1"/>
            </p:cNvSpPr>
            <p:nvPr userDrawn="1"/>
          </p:nvSpPr>
          <p:spPr bwMode="auto">
            <a:xfrm>
              <a:off x="8364538" y="688975"/>
              <a:ext cx="106362" cy="133350"/>
            </a:xfrm>
            <a:custGeom>
              <a:avLst/>
              <a:gdLst>
                <a:gd name="T0" fmla="*/ 69 w 299"/>
                <a:gd name="T1" fmla="*/ 188 h 376"/>
                <a:gd name="T2" fmla="*/ 149 w 299"/>
                <a:gd name="T3" fmla="*/ 320 h 376"/>
                <a:gd name="T4" fmla="*/ 230 w 299"/>
                <a:gd name="T5" fmla="*/ 188 h 376"/>
                <a:gd name="T6" fmla="*/ 149 w 299"/>
                <a:gd name="T7" fmla="*/ 56 h 376"/>
                <a:gd name="T8" fmla="*/ 69 w 299"/>
                <a:gd name="T9" fmla="*/ 188 h 376"/>
                <a:gd name="T10" fmla="*/ 299 w 299"/>
                <a:gd name="T11" fmla="*/ 188 h 376"/>
                <a:gd name="T12" fmla="*/ 149 w 299"/>
                <a:gd name="T13" fmla="*/ 376 h 376"/>
                <a:gd name="T14" fmla="*/ 0 w 299"/>
                <a:gd name="T15" fmla="*/ 188 h 376"/>
                <a:gd name="T16" fmla="*/ 149 w 299"/>
                <a:gd name="T17" fmla="*/ 0 h 376"/>
                <a:gd name="T18" fmla="*/ 299 w 299"/>
                <a:gd name="T19" fmla="*/ 18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9" h="376">
                  <a:moveTo>
                    <a:pt x="69" y="188"/>
                  </a:moveTo>
                  <a:cubicBezTo>
                    <a:pt x="69" y="289"/>
                    <a:pt x="88" y="320"/>
                    <a:pt x="149" y="320"/>
                  </a:cubicBezTo>
                  <a:cubicBezTo>
                    <a:pt x="211" y="320"/>
                    <a:pt x="230" y="289"/>
                    <a:pt x="230" y="188"/>
                  </a:cubicBezTo>
                  <a:cubicBezTo>
                    <a:pt x="230" y="87"/>
                    <a:pt x="211" y="56"/>
                    <a:pt x="149" y="56"/>
                  </a:cubicBezTo>
                  <a:cubicBezTo>
                    <a:pt x="88" y="56"/>
                    <a:pt x="69" y="87"/>
                    <a:pt x="69" y="188"/>
                  </a:cubicBezTo>
                  <a:close/>
                  <a:moveTo>
                    <a:pt x="299" y="188"/>
                  </a:moveTo>
                  <a:cubicBezTo>
                    <a:pt x="299" y="332"/>
                    <a:pt x="260" y="376"/>
                    <a:pt x="149" y="376"/>
                  </a:cubicBezTo>
                  <a:cubicBezTo>
                    <a:pt x="39" y="376"/>
                    <a:pt x="0" y="332"/>
                    <a:pt x="0" y="188"/>
                  </a:cubicBezTo>
                  <a:cubicBezTo>
                    <a:pt x="0" y="44"/>
                    <a:pt x="39" y="0"/>
                    <a:pt x="149" y="0"/>
                  </a:cubicBezTo>
                  <a:cubicBezTo>
                    <a:pt x="260" y="0"/>
                    <a:pt x="299" y="44"/>
                    <a:pt x="299" y="1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58" name="Freeform 10"/>
            <p:cNvSpPr>
              <a:spLocks/>
            </p:cNvSpPr>
            <p:nvPr userDrawn="1"/>
          </p:nvSpPr>
          <p:spPr bwMode="auto">
            <a:xfrm>
              <a:off x="8496300" y="692150"/>
              <a:ext cx="104775" cy="128587"/>
            </a:xfrm>
            <a:custGeom>
              <a:avLst/>
              <a:gdLst>
                <a:gd name="T0" fmla="*/ 295 w 295"/>
                <a:gd name="T1" fmla="*/ 339 h 363"/>
                <a:gd name="T2" fmla="*/ 271 w 295"/>
                <a:gd name="T3" fmla="*/ 363 h 363"/>
                <a:gd name="T4" fmla="*/ 219 w 295"/>
                <a:gd name="T5" fmla="*/ 363 h 363"/>
                <a:gd name="T6" fmla="*/ 192 w 295"/>
                <a:gd name="T7" fmla="*/ 343 h 363"/>
                <a:gd name="T8" fmla="*/ 90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4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7" y="363"/>
                    <a:pt x="271" y="363"/>
                  </a:cubicBezTo>
                  <a:lnTo>
                    <a:pt x="219" y="363"/>
                  </a:lnTo>
                  <a:cubicBezTo>
                    <a:pt x="205" y="363"/>
                    <a:pt x="197" y="357"/>
                    <a:pt x="192" y="343"/>
                  </a:cubicBezTo>
                  <a:lnTo>
                    <a:pt x="90"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4"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59" name="Freeform 11"/>
            <p:cNvSpPr>
              <a:spLocks/>
            </p:cNvSpPr>
            <p:nvPr userDrawn="1"/>
          </p:nvSpPr>
          <p:spPr bwMode="auto">
            <a:xfrm>
              <a:off x="8629650" y="692150"/>
              <a:ext cx="104775" cy="128587"/>
            </a:xfrm>
            <a:custGeom>
              <a:avLst/>
              <a:gdLst>
                <a:gd name="T0" fmla="*/ 295 w 295"/>
                <a:gd name="T1" fmla="*/ 339 h 363"/>
                <a:gd name="T2" fmla="*/ 271 w 295"/>
                <a:gd name="T3" fmla="*/ 363 h 363"/>
                <a:gd name="T4" fmla="*/ 219 w 295"/>
                <a:gd name="T5" fmla="*/ 363 h 363"/>
                <a:gd name="T6" fmla="*/ 191 w 295"/>
                <a:gd name="T7" fmla="*/ 343 h 363"/>
                <a:gd name="T8" fmla="*/ 89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3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6" y="363"/>
                    <a:pt x="271" y="363"/>
                  </a:cubicBezTo>
                  <a:lnTo>
                    <a:pt x="219" y="363"/>
                  </a:lnTo>
                  <a:cubicBezTo>
                    <a:pt x="204" y="363"/>
                    <a:pt x="197" y="357"/>
                    <a:pt x="191" y="343"/>
                  </a:cubicBezTo>
                  <a:lnTo>
                    <a:pt x="89"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3"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60" name="Freeform 12"/>
            <p:cNvSpPr>
              <a:spLocks/>
            </p:cNvSpPr>
            <p:nvPr userDrawn="1"/>
          </p:nvSpPr>
          <p:spPr bwMode="auto">
            <a:xfrm>
              <a:off x="7081838" y="692150"/>
              <a:ext cx="95250" cy="130175"/>
            </a:xfrm>
            <a:custGeom>
              <a:avLst/>
              <a:gdLst>
                <a:gd name="T0" fmla="*/ 267 w 267"/>
                <a:gd name="T1" fmla="*/ 223 h 370"/>
                <a:gd name="T2" fmla="*/ 136 w 267"/>
                <a:gd name="T3" fmla="*/ 370 h 370"/>
                <a:gd name="T4" fmla="*/ 0 w 267"/>
                <a:gd name="T5" fmla="*/ 223 h 370"/>
                <a:gd name="T6" fmla="*/ 0 w 267"/>
                <a:gd name="T7" fmla="*/ 0 h 370"/>
                <a:gd name="T8" fmla="*/ 53 w 267"/>
                <a:gd name="T9" fmla="*/ 0 h 370"/>
                <a:gd name="T10" fmla="*/ 53 w 267"/>
                <a:gd name="T11" fmla="*/ 223 h 370"/>
                <a:gd name="T12" fmla="*/ 134 w 267"/>
                <a:gd name="T13" fmla="*/ 323 h 370"/>
                <a:gd name="T14" fmla="*/ 215 w 267"/>
                <a:gd name="T15" fmla="*/ 223 h 370"/>
                <a:gd name="T16" fmla="*/ 215 w 267"/>
                <a:gd name="T17" fmla="*/ 0 h 370"/>
                <a:gd name="T18" fmla="*/ 267 w 267"/>
                <a:gd name="T19" fmla="*/ 0 h 370"/>
                <a:gd name="T20" fmla="*/ 267 w 267"/>
                <a:gd name="T21" fmla="*/ 22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70">
                  <a:moveTo>
                    <a:pt x="267" y="223"/>
                  </a:moveTo>
                  <a:cubicBezTo>
                    <a:pt x="267" y="330"/>
                    <a:pt x="232" y="370"/>
                    <a:pt x="136" y="370"/>
                  </a:cubicBezTo>
                  <a:cubicBezTo>
                    <a:pt x="36" y="370"/>
                    <a:pt x="0" y="330"/>
                    <a:pt x="0" y="223"/>
                  </a:cubicBezTo>
                  <a:lnTo>
                    <a:pt x="0" y="0"/>
                  </a:lnTo>
                  <a:lnTo>
                    <a:pt x="53" y="0"/>
                  </a:lnTo>
                  <a:lnTo>
                    <a:pt x="53" y="223"/>
                  </a:lnTo>
                  <a:cubicBezTo>
                    <a:pt x="53" y="298"/>
                    <a:pt x="73" y="323"/>
                    <a:pt x="134" y="323"/>
                  </a:cubicBezTo>
                  <a:cubicBezTo>
                    <a:pt x="193" y="323"/>
                    <a:pt x="215" y="298"/>
                    <a:pt x="215" y="223"/>
                  </a:cubicBezTo>
                  <a:lnTo>
                    <a:pt x="215" y="0"/>
                  </a:lnTo>
                  <a:lnTo>
                    <a:pt x="267" y="0"/>
                  </a:lnTo>
                  <a:lnTo>
                    <a:pt x="267" y="22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1" name="Freeform 13"/>
            <p:cNvSpPr>
              <a:spLocks/>
            </p:cNvSpPr>
            <p:nvPr userDrawn="1"/>
          </p:nvSpPr>
          <p:spPr bwMode="auto">
            <a:xfrm>
              <a:off x="7207250" y="692150"/>
              <a:ext cx="101600" cy="128587"/>
            </a:xfrm>
            <a:custGeom>
              <a:avLst/>
              <a:gdLst>
                <a:gd name="T0" fmla="*/ 284 w 284"/>
                <a:gd name="T1" fmla="*/ 343 h 363"/>
                <a:gd name="T2" fmla="*/ 265 w 284"/>
                <a:gd name="T3" fmla="*/ 363 h 363"/>
                <a:gd name="T4" fmla="*/ 215 w 284"/>
                <a:gd name="T5" fmla="*/ 363 h 363"/>
                <a:gd name="T6" fmla="*/ 192 w 284"/>
                <a:gd name="T7" fmla="*/ 347 h 363"/>
                <a:gd name="T8" fmla="*/ 79 w 284"/>
                <a:gd name="T9" fmla="*/ 100 h 363"/>
                <a:gd name="T10" fmla="*/ 57 w 284"/>
                <a:gd name="T11" fmla="*/ 49 h 363"/>
                <a:gd name="T12" fmla="*/ 50 w 284"/>
                <a:gd name="T13" fmla="*/ 49 h 363"/>
                <a:gd name="T14" fmla="*/ 53 w 284"/>
                <a:gd name="T15" fmla="*/ 100 h 363"/>
                <a:gd name="T16" fmla="*/ 53 w 284"/>
                <a:gd name="T17" fmla="*/ 363 h 363"/>
                <a:gd name="T18" fmla="*/ 0 w 284"/>
                <a:gd name="T19" fmla="*/ 363 h 363"/>
                <a:gd name="T20" fmla="*/ 0 w 284"/>
                <a:gd name="T21" fmla="*/ 21 h 363"/>
                <a:gd name="T22" fmla="*/ 20 w 284"/>
                <a:gd name="T23" fmla="*/ 0 h 363"/>
                <a:gd name="T24" fmla="*/ 68 w 284"/>
                <a:gd name="T25" fmla="*/ 0 h 363"/>
                <a:gd name="T26" fmla="*/ 92 w 284"/>
                <a:gd name="T27" fmla="*/ 17 h 363"/>
                <a:gd name="T28" fmla="*/ 202 w 284"/>
                <a:gd name="T29" fmla="*/ 257 h 363"/>
                <a:gd name="T30" fmla="*/ 227 w 284"/>
                <a:gd name="T31" fmla="*/ 312 h 363"/>
                <a:gd name="T32" fmla="*/ 235 w 284"/>
                <a:gd name="T33" fmla="*/ 312 h 363"/>
                <a:gd name="T34" fmla="*/ 232 w 284"/>
                <a:gd name="T35" fmla="*/ 255 h 363"/>
                <a:gd name="T36" fmla="*/ 232 w 284"/>
                <a:gd name="T37" fmla="*/ 0 h 363"/>
                <a:gd name="T38" fmla="*/ 284 w 284"/>
                <a:gd name="T39" fmla="*/ 0 h 363"/>
                <a:gd name="T40" fmla="*/ 284 w 284"/>
                <a:gd name="T41" fmla="*/ 34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4" h="363">
                  <a:moveTo>
                    <a:pt x="284" y="343"/>
                  </a:moveTo>
                  <a:cubicBezTo>
                    <a:pt x="284" y="356"/>
                    <a:pt x="277" y="363"/>
                    <a:pt x="265" y="363"/>
                  </a:cubicBezTo>
                  <a:lnTo>
                    <a:pt x="215" y="363"/>
                  </a:lnTo>
                  <a:cubicBezTo>
                    <a:pt x="203" y="363"/>
                    <a:pt x="197" y="358"/>
                    <a:pt x="192" y="347"/>
                  </a:cubicBezTo>
                  <a:lnTo>
                    <a:pt x="79" y="100"/>
                  </a:lnTo>
                  <a:cubicBezTo>
                    <a:pt x="73" y="86"/>
                    <a:pt x="62" y="64"/>
                    <a:pt x="57" y="49"/>
                  </a:cubicBezTo>
                  <a:lnTo>
                    <a:pt x="50" y="49"/>
                  </a:lnTo>
                  <a:cubicBezTo>
                    <a:pt x="52" y="66"/>
                    <a:pt x="53" y="83"/>
                    <a:pt x="53" y="100"/>
                  </a:cubicBezTo>
                  <a:lnTo>
                    <a:pt x="53" y="363"/>
                  </a:lnTo>
                  <a:lnTo>
                    <a:pt x="0" y="363"/>
                  </a:lnTo>
                  <a:lnTo>
                    <a:pt x="0" y="21"/>
                  </a:lnTo>
                  <a:cubicBezTo>
                    <a:pt x="0" y="7"/>
                    <a:pt x="7" y="0"/>
                    <a:pt x="20" y="0"/>
                  </a:cubicBezTo>
                  <a:lnTo>
                    <a:pt x="68" y="0"/>
                  </a:lnTo>
                  <a:cubicBezTo>
                    <a:pt x="80" y="0"/>
                    <a:pt x="86" y="6"/>
                    <a:pt x="92" y="17"/>
                  </a:cubicBezTo>
                  <a:lnTo>
                    <a:pt x="202" y="257"/>
                  </a:lnTo>
                  <a:cubicBezTo>
                    <a:pt x="208" y="272"/>
                    <a:pt x="219" y="293"/>
                    <a:pt x="227" y="312"/>
                  </a:cubicBezTo>
                  <a:lnTo>
                    <a:pt x="235" y="312"/>
                  </a:lnTo>
                  <a:cubicBezTo>
                    <a:pt x="233" y="293"/>
                    <a:pt x="232" y="274"/>
                    <a:pt x="232" y="255"/>
                  </a:cubicBezTo>
                  <a:lnTo>
                    <a:pt x="232" y="0"/>
                  </a:lnTo>
                  <a:lnTo>
                    <a:pt x="284" y="0"/>
                  </a:lnTo>
                  <a:lnTo>
                    <a:pt x="284" y="34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2" name="Rectangle 14"/>
            <p:cNvSpPr>
              <a:spLocks noChangeArrowheads="1"/>
            </p:cNvSpPr>
            <p:nvPr userDrawn="1"/>
          </p:nvSpPr>
          <p:spPr bwMode="auto">
            <a:xfrm>
              <a:off x="7340600" y="692150"/>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3" name="Freeform 15"/>
            <p:cNvSpPr>
              <a:spLocks/>
            </p:cNvSpPr>
            <p:nvPr userDrawn="1"/>
          </p:nvSpPr>
          <p:spPr bwMode="auto">
            <a:xfrm>
              <a:off x="7378700" y="692150"/>
              <a:ext cx="109537" cy="128587"/>
            </a:xfrm>
            <a:custGeom>
              <a:avLst/>
              <a:gdLst>
                <a:gd name="T0" fmla="*/ 199 w 306"/>
                <a:gd name="T1" fmla="*/ 348 h 363"/>
                <a:gd name="T2" fmla="*/ 179 w 306"/>
                <a:gd name="T3" fmla="*/ 363 h 363"/>
                <a:gd name="T4" fmla="*/ 128 w 306"/>
                <a:gd name="T5" fmla="*/ 363 h 363"/>
                <a:gd name="T6" fmla="*/ 108 w 306"/>
                <a:gd name="T7" fmla="*/ 348 h 363"/>
                <a:gd name="T8" fmla="*/ 0 w 306"/>
                <a:gd name="T9" fmla="*/ 0 h 363"/>
                <a:gd name="T10" fmla="*/ 55 w 306"/>
                <a:gd name="T11" fmla="*/ 0 h 363"/>
                <a:gd name="T12" fmla="*/ 137 w 306"/>
                <a:gd name="T13" fmla="*/ 283 h 363"/>
                <a:gd name="T14" fmla="*/ 147 w 306"/>
                <a:gd name="T15" fmla="*/ 323 h 363"/>
                <a:gd name="T16" fmla="*/ 161 w 306"/>
                <a:gd name="T17" fmla="*/ 323 h 363"/>
                <a:gd name="T18" fmla="*/ 171 w 306"/>
                <a:gd name="T19" fmla="*/ 283 h 363"/>
                <a:gd name="T20" fmla="*/ 252 w 306"/>
                <a:gd name="T21" fmla="*/ 0 h 363"/>
                <a:gd name="T22" fmla="*/ 306 w 306"/>
                <a:gd name="T23" fmla="*/ 0 h 363"/>
                <a:gd name="T24" fmla="*/ 199 w 306"/>
                <a:gd name="T25" fmla="*/ 34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363">
                  <a:moveTo>
                    <a:pt x="199" y="348"/>
                  </a:moveTo>
                  <a:cubicBezTo>
                    <a:pt x="197" y="357"/>
                    <a:pt x="189" y="363"/>
                    <a:pt x="179" y="363"/>
                  </a:cubicBezTo>
                  <a:lnTo>
                    <a:pt x="128" y="363"/>
                  </a:lnTo>
                  <a:cubicBezTo>
                    <a:pt x="118" y="363"/>
                    <a:pt x="110" y="357"/>
                    <a:pt x="108" y="348"/>
                  </a:cubicBezTo>
                  <a:lnTo>
                    <a:pt x="0" y="0"/>
                  </a:lnTo>
                  <a:lnTo>
                    <a:pt x="55" y="0"/>
                  </a:lnTo>
                  <a:lnTo>
                    <a:pt x="137" y="283"/>
                  </a:lnTo>
                  <a:cubicBezTo>
                    <a:pt x="140" y="296"/>
                    <a:pt x="143" y="310"/>
                    <a:pt x="147" y="323"/>
                  </a:cubicBezTo>
                  <a:lnTo>
                    <a:pt x="161" y="323"/>
                  </a:lnTo>
                  <a:cubicBezTo>
                    <a:pt x="163" y="310"/>
                    <a:pt x="167" y="296"/>
                    <a:pt x="171" y="283"/>
                  </a:cubicBezTo>
                  <a:lnTo>
                    <a:pt x="252" y="0"/>
                  </a:lnTo>
                  <a:lnTo>
                    <a:pt x="306" y="0"/>
                  </a:lnTo>
                  <a:lnTo>
                    <a:pt x="199" y="348"/>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4" name="Freeform 16"/>
            <p:cNvSpPr>
              <a:spLocks/>
            </p:cNvSpPr>
            <p:nvPr userDrawn="1"/>
          </p:nvSpPr>
          <p:spPr bwMode="auto">
            <a:xfrm>
              <a:off x="7505700" y="692150"/>
              <a:ext cx="80962" cy="128587"/>
            </a:xfrm>
            <a:custGeom>
              <a:avLst/>
              <a:gdLst>
                <a:gd name="T0" fmla="*/ 228 w 228"/>
                <a:gd name="T1" fmla="*/ 361 h 365"/>
                <a:gd name="T2" fmla="*/ 73 w 228"/>
                <a:gd name="T3" fmla="*/ 365 h 365"/>
                <a:gd name="T4" fmla="*/ 0 w 228"/>
                <a:gd name="T5" fmla="*/ 300 h 365"/>
                <a:gd name="T6" fmla="*/ 0 w 228"/>
                <a:gd name="T7" fmla="*/ 65 h 365"/>
                <a:gd name="T8" fmla="*/ 73 w 228"/>
                <a:gd name="T9" fmla="*/ 0 h 365"/>
                <a:gd name="T10" fmla="*/ 228 w 228"/>
                <a:gd name="T11" fmla="*/ 4 h 365"/>
                <a:gd name="T12" fmla="*/ 226 w 228"/>
                <a:gd name="T13" fmla="*/ 45 h 365"/>
                <a:gd name="T14" fmla="*/ 82 w 228"/>
                <a:gd name="T15" fmla="*/ 45 h 365"/>
                <a:gd name="T16" fmla="*/ 53 w 228"/>
                <a:gd name="T17" fmla="*/ 79 h 365"/>
                <a:gd name="T18" fmla="*/ 53 w 228"/>
                <a:gd name="T19" fmla="*/ 152 h 365"/>
                <a:gd name="T20" fmla="*/ 206 w 228"/>
                <a:gd name="T21" fmla="*/ 152 h 365"/>
                <a:gd name="T22" fmla="*/ 206 w 228"/>
                <a:gd name="T23" fmla="*/ 194 h 365"/>
                <a:gd name="T24" fmla="*/ 53 w 228"/>
                <a:gd name="T25" fmla="*/ 194 h 365"/>
                <a:gd name="T26" fmla="*/ 53 w 228"/>
                <a:gd name="T27" fmla="*/ 287 h 365"/>
                <a:gd name="T28" fmla="*/ 82 w 228"/>
                <a:gd name="T29" fmla="*/ 321 h 365"/>
                <a:gd name="T30" fmla="*/ 226 w 228"/>
                <a:gd name="T31" fmla="*/ 321 h 365"/>
                <a:gd name="T32" fmla="*/ 228 w 228"/>
                <a:gd name="T33" fmla="*/ 36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8" h="365">
                  <a:moveTo>
                    <a:pt x="228" y="361"/>
                  </a:moveTo>
                  <a:cubicBezTo>
                    <a:pt x="180" y="365"/>
                    <a:pt x="125" y="365"/>
                    <a:pt x="73" y="365"/>
                  </a:cubicBezTo>
                  <a:cubicBezTo>
                    <a:pt x="27" y="365"/>
                    <a:pt x="0" y="340"/>
                    <a:pt x="0" y="300"/>
                  </a:cubicBezTo>
                  <a:lnTo>
                    <a:pt x="0" y="65"/>
                  </a:lnTo>
                  <a:cubicBezTo>
                    <a:pt x="0" y="25"/>
                    <a:pt x="28" y="0"/>
                    <a:pt x="73" y="0"/>
                  </a:cubicBezTo>
                  <a:cubicBezTo>
                    <a:pt x="125" y="0"/>
                    <a:pt x="180" y="0"/>
                    <a:pt x="228" y="4"/>
                  </a:cubicBezTo>
                  <a:lnTo>
                    <a:pt x="226" y="45"/>
                  </a:lnTo>
                  <a:lnTo>
                    <a:pt x="82" y="45"/>
                  </a:lnTo>
                  <a:cubicBezTo>
                    <a:pt x="61" y="45"/>
                    <a:pt x="53" y="54"/>
                    <a:pt x="53" y="79"/>
                  </a:cubicBezTo>
                  <a:lnTo>
                    <a:pt x="53" y="152"/>
                  </a:lnTo>
                  <a:lnTo>
                    <a:pt x="206" y="152"/>
                  </a:lnTo>
                  <a:lnTo>
                    <a:pt x="206" y="194"/>
                  </a:lnTo>
                  <a:lnTo>
                    <a:pt x="53" y="194"/>
                  </a:lnTo>
                  <a:lnTo>
                    <a:pt x="53" y="287"/>
                  </a:lnTo>
                  <a:cubicBezTo>
                    <a:pt x="53" y="312"/>
                    <a:pt x="61" y="321"/>
                    <a:pt x="82" y="321"/>
                  </a:cubicBezTo>
                  <a:lnTo>
                    <a:pt x="226" y="321"/>
                  </a:lnTo>
                  <a:lnTo>
                    <a:pt x="228" y="361"/>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5" name="Freeform 17"/>
            <p:cNvSpPr>
              <a:spLocks noEditPoints="1"/>
            </p:cNvSpPr>
            <p:nvPr userDrawn="1"/>
          </p:nvSpPr>
          <p:spPr bwMode="auto">
            <a:xfrm>
              <a:off x="7612063" y="690563"/>
              <a:ext cx="92075" cy="130175"/>
            </a:xfrm>
            <a:custGeom>
              <a:avLst/>
              <a:gdLst>
                <a:gd name="T0" fmla="*/ 126 w 260"/>
                <a:gd name="T1" fmla="*/ 173 h 367"/>
                <a:gd name="T2" fmla="*/ 194 w 260"/>
                <a:gd name="T3" fmla="*/ 108 h 367"/>
                <a:gd name="T4" fmla="*/ 126 w 260"/>
                <a:gd name="T5" fmla="*/ 45 h 367"/>
                <a:gd name="T6" fmla="*/ 52 w 260"/>
                <a:gd name="T7" fmla="*/ 45 h 367"/>
                <a:gd name="T8" fmla="*/ 52 w 260"/>
                <a:gd name="T9" fmla="*/ 173 h 367"/>
                <a:gd name="T10" fmla="*/ 126 w 260"/>
                <a:gd name="T11" fmla="*/ 173 h 367"/>
                <a:gd name="T12" fmla="*/ 204 w 260"/>
                <a:gd name="T13" fmla="*/ 367 h 367"/>
                <a:gd name="T14" fmla="*/ 173 w 260"/>
                <a:gd name="T15" fmla="*/ 254 h 367"/>
                <a:gd name="T16" fmla="*/ 127 w 260"/>
                <a:gd name="T17" fmla="*/ 218 h 367"/>
                <a:gd name="T18" fmla="*/ 52 w 260"/>
                <a:gd name="T19" fmla="*/ 217 h 367"/>
                <a:gd name="T20" fmla="*/ 52 w 260"/>
                <a:gd name="T21" fmla="*/ 367 h 367"/>
                <a:gd name="T22" fmla="*/ 0 w 260"/>
                <a:gd name="T23" fmla="*/ 367 h 367"/>
                <a:gd name="T24" fmla="*/ 0 w 260"/>
                <a:gd name="T25" fmla="*/ 4 h 367"/>
                <a:gd name="T26" fmla="*/ 127 w 260"/>
                <a:gd name="T27" fmla="*/ 0 h 367"/>
                <a:gd name="T28" fmla="*/ 247 w 260"/>
                <a:gd name="T29" fmla="*/ 105 h 367"/>
                <a:gd name="T30" fmla="*/ 180 w 260"/>
                <a:gd name="T31" fmla="*/ 197 h 367"/>
                <a:gd name="T32" fmla="*/ 180 w 260"/>
                <a:gd name="T33" fmla="*/ 200 h 367"/>
                <a:gd name="T34" fmla="*/ 226 w 260"/>
                <a:gd name="T35" fmla="*/ 252 h 367"/>
                <a:gd name="T36" fmla="*/ 260 w 260"/>
                <a:gd name="T37" fmla="*/ 367 h 367"/>
                <a:gd name="T38" fmla="*/ 204 w 260"/>
                <a:gd name="T39" fmla="*/ 367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0" h="367">
                  <a:moveTo>
                    <a:pt x="126" y="173"/>
                  </a:moveTo>
                  <a:cubicBezTo>
                    <a:pt x="177" y="172"/>
                    <a:pt x="194" y="158"/>
                    <a:pt x="194" y="108"/>
                  </a:cubicBezTo>
                  <a:cubicBezTo>
                    <a:pt x="194" y="58"/>
                    <a:pt x="177" y="45"/>
                    <a:pt x="126" y="45"/>
                  </a:cubicBezTo>
                  <a:cubicBezTo>
                    <a:pt x="98" y="45"/>
                    <a:pt x="72" y="45"/>
                    <a:pt x="52" y="45"/>
                  </a:cubicBezTo>
                  <a:lnTo>
                    <a:pt x="52" y="173"/>
                  </a:lnTo>
                  <a:lnTo>
                    <a:pt x="126" y="173"/>
                  </a:lnTo>
                  <a:close/>
                  <a:moveTo>
                    <a:pt x="204" y="367"/>
                  </a:moveTo>
                  <a:lnTo>
                    <a:pt x="173" y="254"/>
                  </a:lnTo>
                  <a:cubicBezTo>
                    <a:pt x="164" y="228"/>
                    <a:pt x="150" y="218"/>
                    <a:pt x="127" y="218"/>
                  </a:cubicBezTo>
                  <a:lnTo>
                    <a:pt x="52" y="217"/>
                  </a:lnTo>
                  <a:lnTo>
                    <a:pt x="52" y="367"/>
                  </a:lnTo>
                  <a:lnTo>
                    <a:pt x="0" y="367"/>
                  </a:lnTo>
                  <a:lnTo>
                    <a:pt x="0" y="4"/>
                  </a:lnTo>
                  <a:cubicBezTo>
                    <a:pt x="40" y="0"/>
                    <a:pt x="68" y="0"/>
                    <a:pt x="127" y="0"/>
                  </a:cubicBezTo>
                  <a:cubicBezTo>
                    <a:pt x="212" y="0"/>
                    <a:pt x="247" y="23"/>
                    <a:pt x="247" y="105"/>
                  </a:cubicBezTo>
                  <a:cubicBezTo>
                    <a:pt x="247" y="162"/>
                    <a:pt x="229" y="191"/>
                    <a:pt x="180" y="197"/>
                  </a:cubicBezTo>
                  <a:lnTo>
                    <a:pt x="180" y="200"/>
                  </a:lnTo>
                  <a:cubicBezTo>
                    <a:pt x="198" y="205"/>
                    <a:pt x="218" y="221"/>
                    <a:pt x="226" y="252"/>
                  </a:cubicBezTo>
                  <a:lnTo>
                    <a:pt x="260" y="367"/>
                  </a:lnTo>
                  <a:lnTo>
                    <a:pt x="204" y="36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6" name="Freeform 18"/>
            <p:cNvSpPr>
              <a:spLocks/>
            </p:cNvSpPr>
            <p:nvPr userDrawn="1"/>
          </p:nvSpPr>
          <p:spPr bwMode="auto">
            <a:xfrm>
              <a:off x="7723188" y="688975"/>
              <a:ext cx="85725" cy="133350"/>
            </a:xfrm>
            <a:custGeom>
              <a:avLst/>
              <a:gdLst>
                <a:gd name="T0" fmla="*/ 229 w 243"/>
                <a:gd name="T1" fmla="*/ 11 h 375"/>
                <a:gd name="T2" fmla="*/ 226 w 243"/>
                <a:gd name="T3" fmla="*/ 49 h 375"/>
                <a:gd name="T4" fmla="*/ 122 w 243"/>
                <a:gd name="T5" fmla="*/ 47 h 375"/>
                <a:gd name="T6" fmla="*/ 53 w 243"/>
                <a:gd name="T7" fmla="*/ 97 h 375"/>
                <a:gd name="T8" fmla="*/ 97 w 243"/>
                <a:gd name="T9" fmla="*/ 152 h 375"/>
                <a:gd name="T10" fmla="*/ 169 w 243"/>
                <a:gd name="T11" fmla="*/ 172 h 375"/>
                <a:gd name="T12" fmla="*/ 243 w 243"/>
                <a:gd name="T13" fmla="*/ 276 h 375"/>
                <a:gd name="T14" fmla="*/ 119 w 243"/>
                <a:gd name="T15" fmla="*/ 375 h 375"/>
                <a:gd name="T16" fmla="*/ 5 w 243"/>
                <a:gd name="T17" fmla="*/ 365 h 375"/>
                <a:gd name="T18" fmla="*/ 9 w 243"/>
                <a:gd name="T19" fmla="*/ 326 h 375"/>
                <a:gd name="T20" fmla="*/ 120 w 243"/>
                <a:gd name="T21" fmla="*/ 329 h 375"/>
                <a:gd name="T22" fmla="*/ 189 w 243"/>
                <a:gd name="T23" fmla="*/ 275 h 375"/>
                <a:gd name="T24" fmla="*/ 146 w 243"/>
                <a:gd name="T25" fmla="*/ 219 h 375"/>
                <a:gd name="T26" fmla="*/ 72 w 243"/>
                <a:gd name="T27" fmla="*/ 199 h 375"/>
                <a:gd name="T28" fmla="*/ 0 w 243"/>
                <a:gd name="T29" fmla="*/ 96 h 375"/>
                <a:gd name="T30" fmla="*/ 120 w 243"/>
                <a:gd name="T31" fmla="*/ 0 h 375"/>
                <a:gd name="T32" fmla="*/ 229 w 243"/>
                <a:gd name="T33" fmla="*/ 1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375">
                  <a:moveTo>
                    <a:pt x="229" y="11"/>
                  </a:moveTo>
                  <a:lnTo>
                    <a:pt x="226" y="49"/>
                  </a:lnTo>
                  <a:cubicBezTo>
                    <a:pt x="195" y="48"/>
                    <a:pt x="156" y="47"/>
                    <a:pt x="122" y="47"/>
                  </a:cubicBezTo>
                  <a:cubicBezTo>
                    <a:pt x="72" y="47"/>
                    <a:pt x="53" y="49"/>
                    <a:pt x="53" y="97"/>
                  </a:cubicBezTo>
                  <a:cubicBezTo>
                    <a:pt x="53" y="135"/>
                    <a:pt x="67" y="145"/>
                    <a:pt x="97" y="152"/>
                  </a:cubicBezTo>
                  <a:lnTo>
                    <a:pt x="169" y="172"/>
                  </a:lnTo>
                  <a:cubicBezTo>
                    <a:pt x="225" y="188"/>
                    <a:pt x="243" y="221"/>
                    <a:pt x="243" y="276"/>
                  </a:cubicBezTo>
                  <a:cubicBezTo>
                    <a:pt x="243" y="359"/>
                    <a:pt x="206" y="375"/>
                    <a:pt x="119" y="375"/>
                  </a:cubicBezTo>
                  <a:cubicBezTo>
                    <a:pt x="96" y="375"/>
                    <a:pt x="56" y="374"/>
                    <a:pt x="5" y="365"/>
                  </a:cubicBezTo>
                  <a:lnTo>
                    <a:pt x="9" y="326"/>
                  </a:lnTo>
                  <a:cubicBezTo>
                    <a:pt x="75" y="328"/>
                    <a:pt x="93" y="329"/>
                    <a:pt x="120" y="329"/>
                  </a:cubicBezTo>
                  <a:cubicBezTo>
                    <a:pt x="173" y="328"/>
                    <a:pt x="189" y="320"/>
                    <a:pt x="189" y="275"/>
                  </a:cubicBezTo>
                  <a:cubicBezTo>
                    <a:pt x="189" y="236"/>
                    <a:pt x="175" y="227"/>
                    <a:pt x="146" y="219"/>
                  </a:cubicBezTo>
                  <a:lnTo>
                    <a:pt x="72" y="199"/>
                  </a:lnTo>
                  <a:cubicBezTo>
                    <a:pt x="19" y="184"/>
                    <a:pt x="0" y="151"/>
                    <a:pt x="0" y="96"/>
                  </a:cubicBezTo>
                  <a:cubicBezTo>
                    <a:pt x="0" y="12"/>
                    <a:pt x="38" y="0"/>
                    <a:pt x="120" y="0"/>
                  </a:cubicBezTo>
                  <a:cubicBezTo>
                    <a:pt x="154" y="0"/>
                    <a:pt x="192" y="2"/>
                    <a:pt x="229" y="11"/>
                  </a:cubicBez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7" name="Rectangle 19"/>
            <p:cNvSpPr>
              <a:spLocks noChangeArrowheads="1"/>
            </p:cNvSpPr>
            <p:nvPr userDrawn="1"/>
          </p:nvSpPr>
          <p:spPr bwMode="auto">
            <a:xfrm>
              <a:off x="7834313" y="692150"/>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8" name="Freeform 20"/>
            <p:cNvSpPr>
              <a:spLocks/>
            </p:cNvSpPr>
            <p:nvPr userDrawn="1"/>
          </p:nvSpPr>
          <p:spPr bwMode="auto">
            <a:xfrm>
              <a:off x="7872413" y="692150"/>
              <a:ext cx="101600" cy="128587"/>
            </a:xfrm>
            <a:custGeom>
              <a:avLst/>
              <a:gdLst>
                <a:gd name="T0" fmla="*/ 168 w 283"/>
                <a:gd name="T1" fmla="*/ 47 h 363"/>
                <a:gd name="T2" fmla="*/ 168 w 283"/>
                <a:gd name="T3" fmla="*/ 363 h 363"/>
                <a:gd name="T4" fmla="*/ 114 w 283"/>
                <a:gd name="T5" fmla="*/ 363 h 363"/>
                <a:gd name="T6" fmla="*/ 114 w 283"/>
                <a:gd name="T7" fmla="*/ 47 h 363"/>
                <a:gd name="T8" fmla="*/ 0 w 283"/>
                <a:gd name="T9" fmla="*/ 47 h 363"/>
                <a:gd name="T10" fmla="*/ 0 w 283"/>
                <a:gd name="T11" fmla="*/ 0 h 363"/>
                <a:gd name="T12" fmla="*/ 283 w 283"/>
                <a:gd name="T13" fmla="*/ 0 h 363"/>
                <a:gd name="T14" fmla="*/ 283 w 283"/>
                <a:gd name="T15" fmla="*/ 47 h 363"/>
                <a:gd name="T16" fmla="*/ 168 w 283"/>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363">
                  <a:moveTo>
                    <a:pt x="168" y="47"/>
                  </a:moveTo>
                  <a:lnTo>
                    <a:pt x="168" y="363"/>
                  </a:lnTo>
                  <a:lnTo>
                    <a:pt x="114" y="363"/>
                  </a:lnTo>
                  <a:lnTo>
                    <a:pt x="114" y="47"/>
                  </a:lnTo>
                  <a:lnTo>
                    <a:pt x="0" y="47"/>
                  </a:lnTo>
                  <a:lnTo>
                    <a:pt x="0" y="0"/>
                  </a:lnTo>
                  <a:lnTo>
                    <a:pt x="283" y="0"/>
                  </a:lnTo>
                  <a:lnTo>
                    <a:pt x="283" y="47"/>
                  </a:lnTo>
                  <a:lnTo>
                    <a:pt x="168"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69" name="Freeform 21"/>
            <p:cNvSpPr>
              <a:spLocks noEditPoints="1"/>
            </p:cNvSpPr>
            <p:nvPr userDrawn="1"/>
          </p:nvSpPr>
          <p:spPr bwMode="auto">
            <a:xfrm>
              <a:off x="7969250" y="657225"/>
              <a:ext cx="114300" cy="163512"/>
            </a:xfrm>
            <a:custGeom>
              <a:avLst/>
              <a:gdLst>
                <a:gd name="T0" fmla="*/ 199 w 321"/>
                <a:gd name="T1" fmla="*/ 57 h 459"/>
                <a:gd name="T2" fmla="*/ 185 w 321"/>
                <a:gd name="T3" fmla="*/ 43 h 459"/>
                <a:gd name="T4" fmla="*/ 185 w 321"/>
                <a:gd name="T5" fmla="*/ 14 h 459"/>
                <a:gd name="T6" fmla="*/ 199 w 321"/>
                <a:gd name="T7" fmla="*/ 0 h 459"/>
                <a:gd name="T8" fmla="*/ 215 w 321"/>
                <a:gd name="T9" fmla="*/ 0 h 459"/>
                <a:gd name="T10" fmla="*/ 230 w 321"/>
                <a:gd name="T11" fmla="*/ 14 h 459"/>
                <a:gd name="T12" fmla="*/ 230 w 321"/>
                <a:gd name="T13" fmla="*/ 43 h 459"/>
                <a:gd name="T14" fmla="*/ 215 w 321"/>
                <a:gd name="T15" fmla="*/ 57 h 459"/>
                <a:gd name="T16" fmla="*/ 199 w 321"/>
                <a:gd name="T17" fmla="*/ 57 h 459"/>
                <a:gd name="T18" fmla="*/ 176 w 321"/>
                <a:gd name="T19" fmla="*/ 166 h 459"/>
                <a:gd name="T20" fmla="*/ 167 w 321"/>
                <a:gd name="T21" fmla="*/ 137 h 459"/>
                <a:gd name="T22" fmla="*/ 153 w 321"/>
                <a:gd name="T23" fmla="*/ 137 h 459"/>
                <a:gd name="T24" fmla="*/ 144 w 321"/>
                <a:gd name="T25" fmla="*/ 166 h 459"/>
                <a:gd name="T26" fmla="*/ 102 w 321"/>
                <a:gd name="T27" fmla="*/ 304 h 459"/>
                <a:gd name="T28" fmla="*/ 218 w 321"/>
                <a:gd name="T29" fmla="*/ 304 h 459"/>
                <a:gd name="T30" fmla="*/ 176 w 321"/>
                <a:gd name="T31" fmla="*/ 166 h 459"/>
                <a:gd name="T32" fmla="*/ 105 w 321"/>
                <a:gd name="T33" fmla="*/ 57 h 459"/>
                <a:gd name="T34" fmla="*/ 92 w 321"/>
                <a:gd name="T35" fmla="*/ 43 h 459"/>
                <a:gd name="T36" fmla="*/ 92 w 321"/>
                <a:gd name="T37" fmla="*/ 14 h 459"/>
                <a:gd name="T38" fmla="*/ 105 w 321"/>
                <a:gd name="T39" fmla="*/ 0 h 459"/>
                <a:gd name="T40" fmla="*/ 122 w 321"/>
                <a:gd name="T41" fmla="*/ 0 h 459"/>
                <a:gd name="T42" fmla="*/ 136 w 321"/>
                <a:gd name="T43" fmla="*/ 14 h 459"/>
                <a:gd name="T44" fmla="*/ 136 w 321"/>
                <a:gd name="T45" fmla="*/ 43 h 459"/>
                <a:gd name="T46" fmla="*/ 122 w 321"/>
                <a:gd name="T47" fmla="*/ 57 h 459"/>
                <a:gd name="T48" fmla="*/ 105 w 321"/>
                <a:gd name="T49" fmla="*/ 57 h 459"/>
                <a:gd name="T50" fmla="*/ 88 w 321"/>
                <a:gd name="T51" fmla="*/ 350 h 459"/>
                <a:gd name="T52" fmla="*/ 54 w 321"/>
                <a:gd name="T53" fmla="*/ 459 h 459"/>
                <a:gd name="T54" fmla="*/ 0 w 321"/>
                <a:gd name="T55" fmla="*/ 459 h 459"/>
                <a:gd name="T56" fmla="*/ 114 w 321"/>
                <a:gd name="T57" fmla="*/ 110 h 459"/>
                <a:gd name="T58" fmla="*/ 133 w 321"/>
                <a:gd name="T59" fmla="*/ 96 h 459"/>
                <a:gd name="T60" fmla="*/ 187 w 321"/>
                <a:gd name="T61" fmla="*/ 96 h 459"/>
                <a:gd name="T62" fmla="*/ 206 w 321"/>
                <a:gd name="T63" fmla="*/ 110 h 459"/>
                <a:gd name="T64" fmla="*/ 321 w 321"/>
                <a:gd name="T65" fmla="*/ 459 h 459"/>
                <a:gd name="T66" fmla="*/ 266 w 321"/>
                <a:gd name="T67" fmla="*/ 459 h 459"/>
                <a:gd name="T68" fmla="*/ 233 w 321"/>
                <a:gd name="T69" fmla="*/ 350 h 459"/>
                <a:gd name="T70" fmla="*/ 88 w 321"/>
                <a:gd name="T71" fmla="*/ 35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1" h="459">
                  <a:moveTo>
                    <a:pt x="199" y="57"/>
                  </a:moveTo>
                  <a:cubicBezTo>
                    <a:pt x="189" y="57"/>
                    <a:pt x="185" y="53"/>
                    <a:pt x="185" y="43"/>
                  </a:cubicBezTo>
                  <a:lnTo>
                    <a:pt x="185" y="14"/>
                  </a:lnTo>
                  <a:cubicBezTo>
                    <a:pt x="185" y="6"/>
                    <a:pt x="189" y="0"/>
                    <a:pt x="199" y="0"/>
                  </a:cubicBezTo>
                  <a:lnTo>
                    <a:pt x="215" y="0"/>
                  </a:lnTo>
                  <a:cubicBezTo>
                    <a:pt x="224" y="0"/>
                    <a:pt x="230" y="6"/>
                    <a:pt x="230" y="14"/>
                  </a:cubicBezTo>
                  <a:lnTo>
                    <a:pt x="230" y="43"/>
                  </a:lnTo>
                  <a:cubicBezTo>
                    <a:pt x="230" y="53"/>
                    <a:pt x="224" y="57"/>
                    <a:pt x="215" y="57"/>
                  </a:cubicBezTo>
                  <a:lnTo>
                    <a:pt x="199" y="57"/>
                  </a:lnTo>
                  <a:close/>
                  <a:moveTo>
                    <a:pt x="176" y="166"/>
                  </a:moveTo>
                  <a:cubicBezTo>
                    <a:pt x="173" y="157"/>
                    <a:pt x="170" y="146"/>
                    <a:pt x="167" y="137"/>
                  </a:cubicBezTo>
                  <a:lnTo>
                    <a:pt x="153" y="137"/>
                  </a:lnTo>
                  <a:cubicBezTo>
                    <a:pt x="150" y="146"/>
                    <a:pt x="147" y="157"/>
                    <a:pt x="144" y="166"/>
                  </a:cubicBezTo>
                  <a:lnTo>
                    <a:pt x="102" y="304"/>
                  </a:lnTo>
                  <a:lnTo>
                    <a:pt x="218" y="304"/>
                  </a:lnTo>
                  <a:lnTo>
                    <a:pt x="176" y="166"/>
                  </a:lnTo>
                  <a:close/>
                  <a:moveTo>
                    <a:pt x="105" y="57"/>
                  </a:moveTo>
                  <a:cubicBezTo>
                    <a:pt x="96" y="57"/>
                    <a:pt x="92" y="53"/>
                    <a:pt x="92" y="43"/>
                  </a:cubicBezTo>
                  <a:lnTo>
                    <a:pt x="92" y="14"/>
                  </a:lnTo>
                  <a:cubicBezTo>
                    <a:pt x="92" y="6"/>
                    <a:pt x="96" y="0"/>
                    <a:pt x="105" y="0"/>
                  </a:cubicBezTo>
                  <a:lnTo>
                    <a:pt x="122" y="0"/>
                  </a:lnTo>
                  <a:cubicBezTo>
                    <a:pt x="132" y="0"/>
                    <a:pt x="136" y="6"/>
                    <a:pt x="136" y="14"/>
                  </a:cubicBezTo>
                  <a:lnTo>
                    <a:pt x="136" y="43"/>
                  </a:lnTo>
                  <a:cubicBezTo>
                    <a:pt x="136" y="53"/>
                    <a:pt x="132" y="57"/>
                    <a:pt x="122" y="57"/>
                  </a:cubicBezTo>
                  <a:lnTo>
                    <a:pt x="105" y="57"/>
                  </a:lnTo>
                  <a:close/>
                  <a:moveTo>
                    <a:pt x="88" y="350"/>
                  </a:moveTo>
                  <a:lnTo>
                    <a:pt x="54" y="459"/>
                  </a:lnTo>
                  <a:lnTo>
                    <a:pt x="0" y="459"/>
                  </a:lnTo>
                  <a:lnTo>
                    <a:pt x="114" y="110"/>
                  </a:lnTo>
                  <a:cubicBezTo>
                    <a:pt x="116" y="102"/>
                    <a:pt x="124" y="96"/>
                    <a:pt x="133" y="96"/>
                  </a:cubicBezTo>
                  <a:lnTo>
                    <a:pt x="187" y="96"/>
                  </a:lnTo>
                  <a:cubicBezTo>
                    <a:pt x="196" y="96"/>
                    <a:pt x="204" y="102"/>
                    <a:pt x="206" y="110"/>
                  </a:cubicBezTo>
                  <a:lnTo>
                    <a:pt x="321" y="459"/>
                  </a:lnTo>
                  <a:lnTo>
                    <a:pt x="266" y="459"/>
                  </a:lnTo>
                  <a:lnTo>
                    <a:pt x="233" y="350"/>
                  </a:lnTo>
                  <a:lnTo>
                    <a:pt x="88" y="35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70" name="Freeform 22"/>
            <p:cNvSpPr>
              <a:spLocks/>
            </p:cNvSpPr>
            <p:nvPr userDrawn="1"/>
          </p:nvSpPr>
          <p:spPr bwMode="auto">
            <a:xfrm>
              <a:off x="8078788" y="692150"/>
              <a:ext cx="100012" cy="128587"/>
            </a:xfrm>
            <a:custGeom>
              <a:avLst/>
              <a:gdLst>
                <a:gd name="T0" fmla="*/ 167 w 282"/>
                <a:gd name="T1" fmla="*/ 47 h 363"/>
                <a:gd name="T2" fmla="*/ 167 w 282"/>
                <a:gd name="T3" fmla="*/ 363 h 363"/>
                <a:gd name="T4" fmla="*/ 114 w 282"/>
                <a:gd name="T5" fmla="*/ 363 h 363"/>
                <a:gd name="T6" fmla="*/ 114 w 282"/>
                <a:gd name="T7" fmla="*/ 47 h 363"/>
                <a:gd name="T8" fmla="*/ 0 w 282"/>
                <a:gd name="T9" fmla="*/ 47 h 363"/>
                <a:gd name="T10" fmla="*/ 0 w 282"/>
                <a:gd name="T11" fmla="*/ 0 h 363"/>
                <a:gd name="T12" fmla="*/ 282 w 282"/>
                <a:gd name="T13" fmla="*/ 0 h 363"/>
                <a:gd name="T14" fmla="*/ 282 w 282"/>
                <a:gd name="T15" fmla="*/ 47 h 363"/>
                <a:gd name="T16" fmla="*/ 167 w 282"/>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363">
                  <a:moveTo>
                    <a:pt x="167" y="47"/>
                  </a:moveTo>
                  <a:lnTo>
                    <a:pt x="167" y="363"/>
                  </a:lnTo>
                  <a:lnTo>
                    <a:pt x="114" y="363"/>
                  </a:lnTo>
                  <a:lnTo>
                    <a:pt x="114" y="47"/>
                  </a:lnTo>
                  <a:lnTo>
                    <a:pt x="0" y="47"/>
                  </a:lnTo>
                  <a:lnTo>
                    <a:pt x="0" y="0"/>
                  </a:lnTo>
                  <a:lnTo>
                    <a:pt x="282" y="0"/>
                  </a:lnTo>
                  <a:lnTo>
                    <a:pt x="282" y="47"/>
                  </a:lnTo>
                  <a:lnTo>
                    <a:pt x="167"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grpSp>
      <p:sp>
        <p:nvSpPr>
          <p:cNvPr id="71" name="Freeform 7"/>
          <p:cNvSpPr>
            <a:spLocks noChangeAspect="1"/>
          </p:cNvSpPr>
          <p:nvPr userDrawn="1"/>
        </p:nvSpPr>
        <p:spPr bwMode="auto">
          <a:xfrm>
            <a:off x="1714499" y="0"/>
            <a:ext cx="10477500" cy="6856975"/>
          </a:xfrm>
          <a:custGeom>
            <a:avLst/>
            <a:gdLst>
              <a:gd name="T0" fmla="*/ 2000 w 2000"/>
              <a:gd name="T1" fmla="*/ 0 h 1349"/>
              <a:gd name="T2" fmla="*/ 1361 w 2000"/>
              <a:gd name="T3" fmla="*/ 0 h 1349"/>
              <a:gd name="T4" fmla="*/ 992 w 2000"/>
              <a:gd name="T5" fmla="*/ 627 h 1349"/>
              <a:gd name="T6" fmla="*/ 0 w 2000"/>
              <a:gd name="T7" fmla="*/ 1193 h 1349"/>
              <a:gd name="T8" fmla="*/ 0 w 2000"/>
              <a:gd name="T9" fmla="*/ 1349 h 1349"/>
              <a:gd name="T10" fmla="*/ 2000 w 2000"/>
              <a:gd name="T11" fmla="*/ 1349 h 1349"/>
              <a:gd name="T12" fmla="*/ 2000 w 2000"/>
              <a:gd name="T13" fmla="*/ 0 h 1349"/>
            </a:gdLst>
            <a:ahLst/>
            <a:cxnLst>
              <a:cxn ang="0">
                <a:pos x="T0" y="T1"/>
              </a:cxn>
              <a:cxn ang="0">
                <a:pos x="T2" y="T3"/>
              </a:cxn>
              <a:cxn ang="0">
                <a:pos x="T4" y="T5"/>
              </a:cxn>
              <a:cxn ang="0">
                <a:pos x="T6" y="T7"/>
              </a:cxn>
              <a:cxn ang="0">
                <a:pos x="T8" y="T9"/>
              </a:cxn>
              <a:cxn ang="0">
                <a:pos x="T10" y="T11"/>
              </a:cxn>
              <a:cxn ang="0">
                <a:pos x="T12" y="T13"/>
              </a:cxn>
            </a:cxnLst>
            <a:rect l="0" t="0"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7A786C">
              <a:alpha val="15000"/>
            </a:srgbClr>
          </a:solidFill>
          <a:ln>
            <a:noFill/>
          </a:ln>
        </p:spPr>
        <p:txBody>
          <a:bodyPr vert="horz" wrap="square" lIns="120949" tIns="60475" rIns="120949" bIns="60475" numCol="1" anchor="t" anchorCtr="0" compatLnSpc="1">
            <a:prstTxWarp prst="textNoShape">
              <a:avLst/>
            </a:prstTxWarp>
          </a:bodyPr>
          <a:lstStyle/>
          <a:p>
            <a:endParaRPr lang="de-DE" sz="2381"/>
          </a:p>
        </p:txBody>
      </p:sp>
      <p:sp>
        <p:nvSpPr>
          <p:cNvPr id="5" name="Datumsplatzhalter 4" hidden="1"/>
          <p:cNvSpPr>
            <a:spLocks noGrp="1"/>
          </p:cNvSpPr>
          <p:nvPr>
            <p:ph type="dt" sz="half" idx="15"/>
          </p:nvPr>
        </p:nvSpPr>
        <p:spPr>
          <a:xfrm>
            <a:off x="381000" y="6953114"/>
            <a:ext cx="1142873" cy="380943"/>
          </a:xfrm>
        </p:spPr>
        <p:txBody>
          <a:bodyPr/>
          <a:lstStyle/>
          <a:p>
            <a:fld id="{30A2658B-9DCA-4C61-BE60-88DEF3D1D478}" type="datetime1">
              <a:rPr lang="de-DE" smtClean="0"/>
              <a:t>25.09.2023</a:t>
            </a:fld>
            <a:endParaRPr lang="de-DE"/>
          </a:p>
        </p:txBody>
      </p:sp>
      <p:sp>
        <p:nvSpPr>
          <p:cNvPr id="6" name="Fußzeilenplatzhalter 5" hidden="1"/>
          <p:cNvSpPr>
            <a:spLocks noGrp="1"/>
          </p:cNvSpPr>
          <p:nvPr>
            <p:ph type="ftr" sz="quarter" idx="16"/>
          </p:nvPr>
        </p:nvSpPr>
        <p:spPr>
          <a:xfrm>
            <a:off x="2762249" y="6953156"/>
            <a:ext cx="6666759" cy="380943"/>
          </a:xfrm>
        </p:spPr>
        <p:txBody>
          <a:bodyPr/>
          <a:lstStyle/>
          <a:p>
            <a:r>
              <a:rPr lang="de-DE"/>
              <a:t>Präsentationstitel/Autor/Veranstaltung</a:t>
            </a:r>
            <a:endParaRPr lang="de-DE" dirty="0"/>
          </a:p>
        </p:txBody>
      </p:sp>
      <p:sp>
        <p:nvSpPr>
          <p:cNvPr id="8" name="Foliennummernplatzhalter 7" hidden="1"/>
          <p:cNvSpPr>
            <a:spLocks noGrp="1"/>
          </p:cNvSpPr>
          <p:nvPr>
            <p:ph type="sldNum" sz="quarter" idx="17"/>
          </p:nvPr>
        </p:nvSpPr>
        <p:spPr>
          <a:xfrm>
            <a:off x="11049084" y="6953114"/>
            <a:ext cx="761915" cy="380943"/>
          </a:xfrm>
        </p:spPr>
        <p:txBody>
          <a:bodyPr/>
          <a:lstStyle/>
          <a:p>
            <a:fld id="{527F1E04-A1A3-475C-A843-CFD0985386EF}" type="slidenum">
              <a:rPr lang="de-DE" smtClean="0"/>
              <a:pPr/>
              <a:t>‹#›</a:t>
            </a:fld>
            <a:endParaRPr lang="de-DE"/>
          </a:p>
        </p:txBody>
      </p:sp>
    </p:spTree>
    <p:extLst>
      <p:ext uri="{BB962C8B-B14F-4D97-AF65-F5344CB8AC3E}">
        <p14:creationId xmlns:p14="http://schemas.microsoft.com/office/powerpoint/2010/main" val="82257475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EE1C2234-98B7-49F4-85EF-8DAF56499769}" type="datetime1">
              <a:rPr lang="de-DE" smtClean="0"/>
              <a:t>25.09.2023</a:t>
            </a:fld>
            <a:endParaRPr lang="de-DE"/>
          </a:p>
        </p:txBody>
      </p:sp>
      <p:sp>
        <p:nvSpPr>
          <p:cNvPr id="5" name="Fußzeilenplatzhalter 4"/>
          <p:cNvSpPr>
            <a:spLocks noGrp="1"/>
          </p:cNvSpPr>
          <p:nvPr>
            <p:ph type="ftr" sz="quarter" idx="11"/>
          </p:nvPr>
        </p:nvSpPr>
        <p:spPr/>
        <p:txBody>
          <a:bodyPr/>
          <a:lstStyle/>
          <a:p>
            <a:r>
              <a:rPr lang="de-DE"/>
              <a:t>Präsentationstitel/Autor/Veranstaltung</a:t>
            </a:r>
          </a:p>
        </p:txBody>
      </p:sp>
      <p:sp>
        <p:nvSpPr>
          <p:cNvPr id="6" name="Foliennummernplatzhalter 5"/>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37940256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953499" y="1618959"/>
            <a:ext cx="2858420" cy="4382316"/>
          </a:xfrm>
        </p:spPr>
        <p:txBody>
          <a:bodyPr vert="eaVert"/>
          <a:lstStyle/>
          <a:p>
            <a:r>
              <a:rPr lang="de-DE"/>
              <a:t>Titelmasterformat durch Klicken bearbeiten</a:t>
            </a:r>
            <a:endParaRPr lang="de-DE" dirty="0"/>
          </a:p>
        </p:txBody>
      </p:sp>
      <p:sp>
        <p:nvSpPr>
          <p:cNvPr id="3" name="Vertikaler Textplatzhalter 2"/>
          <p:cNvSpPr>
            <a:spLocks noGrp="1"/>
          </p:cNvSpPr>
          <p:nvPr>
            <p:ph type="body" orient="vert" idx="1"/>
          </p:nvPr>
        </p:nvSpPr>
        <p:spPr>
          <a:xfrm>
            <a:off x="380083" y="1618959"/>
            <a:ext cx="8190589" cy="4380845"/>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B5406BC5-04D9-4099-9923-D3D721330691}" type="datetime1">
              <a:rPr lang="de-DE" smtClean="0"/>
              <a:t>25.09.2023</a:t>
            </a:fld>
            <a:endParaRPr lang="de-DE"/>
          </a:p>
        </p:txBody>
      </p:sp>
      <p:sp>
        <p:nvSpPr>
          <p:cNvPr id="5" name="Fußzeilenplatzhalter 4"/>
          <p:cNvSpPr>
            <a:spLocks noGrp="1"/>
          </p:cNvSpPr>
          <p:nvPr>
            <p:ph type="ftr" sz="quarter" idx="11"/>
          </p:nvPr>
        </p:nvSpPr>
        <p:spPr/>
        <p:txBody>
          <a:bodyPr/>
          <a:lstStyle/>
          <a:p>
            <a:r>
              <a:rPr lang="de-DE"/>
              <a:t>Präsentationstitel/Autor/Veranstaltung</a:t>
            </a:r>
          </a:p>
        </p:txBody>
      </p:sp>
      <p:sp>
        <p:nvSpPr>
          <p:cNvPr id="6" name="Foliennummernplatzhalter 5"/>
          <p:cNvSpPr>
            <a:spLocks noGrp="1"/>
          </p:cNvSpPr>
          <p:nvPr>
            <p:ph type="sldNum" sz="quarter" idx="12"/>
          </p:nvPr>
        </p:nvSpPr>
        <p:spPr/>
        <p:txBody>
          <a:bodyPr/>
          <a:lstStyle/>
          <a:p>
            <a:fld id="{527F1E04-A1A3-475C-A843-CFD0985386EF}" type="slidenum">
              <a:rPr lang="de-DE" smtClean="0"/>
              <a:t>‹#›</a:t>
            </a:fld>
            <a:endParaRPr lang="de-DE"/>
          </a:p>
        </p:txBody>
      </p:sp>
    </p:spTree>
    <p:extLst>
      <p:ext uri="{BB962C8B-B14F-4D97-AF65-F5344CB8AC3E}">
        <p14:creationId xmlns:p14="http://schemas.microsoft.com/office/powerpoint/2010/main" val="22399159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9"/>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239452" y="382166"/>
            <a:ext cx="8571547" cy="856167"/>
          </a:xfrm>
          <a:prstGeom prst="rect">
            <a:avLst/>
          </a:prstGeom>
        </p:spPr>
        <p:txBody>
          <a:bodyPr vert="horz" lIns="0" tIns="0" rIns="0" bIns="0" rtlCol="0" anchor="b" anchorCtr="0">
            <a:noAutofit/>
          </a:bodyPr>
          <a:lstStyle/>
          <a:p>
            <a:r>
              <a:rPr lang="de-DE" dirty="0"/>
              <a:t>Titelmasterformat durch Klicken bearbeiten</a:t>
            </a:r>
          </a:p>
        </p:txBody>
      </p:sp>
      <p:sp>
        <p:nvSpPr>
          <p:cNvPr id="3" name="Textplatzhalter 2"/>
          <p:cNvSpPr>
            <a:spLocks noGrp="1"/>
          </p:cNvSpPr>
          <p:nvPr>
            <p:ph type="body" idx="1"/>
          </p:nvPr>
        </p:nvSpPr>
        <p:spPr>
          <a:xfrm>
            <a:off x="381000" y="1619319"/>
            <a:ext cx="11428729" cy="4380845"/>
          </a:xfrm>
          <a:prstGeom prst="rect">
            <a:avLst/>
          </a:prstGeom>
        </p:spPr>
        <p:txBody>
          <a:bodyPr vert="horz" lIns="0" tIns="0" rIns="0" bIns="0" rtlCol="0">
            <a:no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381000" y="6381636"/>
            <a:ext cx="1142873" cy="380943"/>
          </a:xfrm>
          <a:prstGeom prst="rect">
            <a:avLst/>
          </a:prstGeom>
        </p:spPr>
        <p:txBody>
          <a:bodyPr vert="horz" wrap="none" lIns="0" tIns="0" rIns="0" bIns="0" rtlCol="0" anchor="ctr">
            <a:noAutofit/>
          </a:bodyPr>
          <a:lstStyle>
            <a:lvl1pPr algn="l">
              <a:defRPr sz="1323">
                <a:solidFill>
                  <a:schemeClr val="accent1"/>
                </a:solidFill>
              </a:defRPr>
            </a:lvl1pPr>
          </a:lstStyle>
          <a:p>
            <a:fld id="{30A2658B-9DCA-4C61-BE60-88DEF3D1D478}" type="datetime1">
              <a:rPr lang="de-DE" smtClean="0"/>
              <a:t>25.09.2023</a:t>
            </a:fld>
            <a:endParaRPr lang="de-DE"/>
          </a:p>
        </p:txBody>
      </p:sp>
      <p:sp>
        <p:nvSpPr>
          <p:cNvPr id="5" name="Fußzeilenplatzhalter 4"/>
          <p:cNvSpPr>
            <a:spLocks noGrp="1"/>
          </p:cNvSpPr>
          <p:nvPr>
            <p:ph type="ftr" sz="quarter" idx="3"/>
          </p:nvPr>
        </p:nvSpPr>
        <p:spPr>
          <a:xfrm>
            <a:off x="2762249" y="6381678"/>
            <a:ext cx="6666759" cy="380943"/>
          </a:xfrm>
          <a:prstGeom prst="rect">
            <a:avLst/>
          </a:prstGeom>
        </p:spPr>
        <p:txBody>
          <a:bodyPr vert="horz" wrap="none" lIns="0" tIns="0" rIns="0" bIns="0" rtlCol="0" anchor="ctr">
            <a:noAutofit/>
          </a:bodyPr>
          <a:lstStyle>
            <a:lvl1pPr algn="ctr">
              <a:defRPr sz="1323">
                <a:solidFill>
                  <a:schemeClr val="accent1"/>
                </a:solidFill>
              </a:defRPr>
            </a:lvl1pPr>
          </a:lstStyle>
          <a:p>
            <a:r>
              <a:rPr lang="de-DE"/>
              <a:t>Präsentationstitel/Autor/Veranstaltung</a:t>
            </a:r>
            <a:endParaRPr lang="de-DE" dirty="0"/>
          </a:p>
        </p:txBody>
      </p:sp>
      <p:sp>
        <p:nvSpPr>
          <p:cNvPr id="6" name="Foliennummernplatzhalter 5"/>
          <p:cNvSpPr>
            <a:spLocks noGrp="1"/>
          </p:cNvSpPr>
          <p:nvPr>
            <p:ph type="sldNum" sz="quarter" idx="4"/>
          </p:nvPr>
        </p:nvSpPr>
        <p:spPr>
          <a:xfrm>
            <a:off x="11049084" y="6381636"/>
            <a:ext cx="761915" cy="380943"/>
          </a:xfrm>
          <a:prstGeom prst="rect">
            <a:avLst/>
          </a:prstGeom>
        </p:spPr>
        <p:txBody>
          <a:bodyPr vert="horz" wrap="none" lIns="0" tIns="0" rIns="0" bIns="0" rtlCol="0" anchor="ctr">
            <a:noAutofit/>
          </a:bodyPr>
          <a:lstStyle>
            <a:lvl1pPr algn="r">
              <a:defRPr sz="1323">
                <a:solidFill>
                  <a:schemeClr val="accent1"/>
                </a:solidFill>
              </a:defRPr>
            </a:lvl1pPr>
          </a:lstStyle>
          <a:p>
            <a:fld id="{527F1E04-A1A3-475C-A843-CFD0985386EF}" type="slidenum">
              <a:rPr lang="de-DE" smtClean="0"/>
              <a:pPr/>
              <a:t>‹#›</a:t>
            </a:fld>
            <a:endParaRPr lang="de-DE"/>
          </a:p>
        </p:txBody>
      </p:sp>
      <p:grpSp>
        <p:nvGrpSpPr>
          <p:cNvPr id="30" name="Gruppieren 29"/>
          <p:cNvGrpSpPr>
            <a:grpSpLocks noChangeAspect="1"/>
          </p:cNvGrpSpPr>
          <p:nvPr/>
        </p:nvGrpSpPr>
        <p:grpSpPr>
          <a:xfrm>
            <a:off x="381003" y="381211"/>
            <a:ext cx="2230877" cy="857122"/>
            <a:chOff x="7081838" y="144463"/>
            <a:chExt cx="1871662" cy="719137"/>
          </a:xfrm>
        </p:grpSpPr>
        <p:sp>
          <p:nvSpPr>
            <p:cNvPr id="10" name="AutoShape 3"/>
            <p:cNvSpPr>
              <a:spLocks noChangeAspect="1" noChangeArrowheads="1" noTextEdit="1"/>
            </p:cNvSpPr>
            <p:nvPr userDrawn="1"/>
          </p:nvSpPr>
          <p:spPr bwMode="auto">
            <a:xfrm>
              <a:off x="7081838" y="144463"/>
              <a:ext cx="1871662"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1" name="Freeform 5"/>
            <p:cNvSpPr>
              <a:spLocks/>
            </p:cNvSpPr>
            <p:nvPr userDrawn="1"/>
          </p:nvSpPr>
          <p:spPr bwMode="auto">
            <a:xfrm>
              <a:off x="8216900" y="144463"/>
              <a:ext cx="455612" cy="392112"/>
            </a:xfrm>
            <a:custGeom>
              <a:avLst/>
              <a:gdLst>
                <a:gd name="T0" fmla="*/ 944 w 1277"/>
                <a:gd name="T1" fmla="*/ 552 h 1104"/>
                <a:gd name="T2" fmla="*/ 1277 w 1277"/>
                <a:gd name="T3" fmla="*/ 0 h 1104"/>
                <a:gd name="T4" fmla="*/ 0 w 1277"/>
                <a:gd name="T5" fmla="*/ 0 h 1104"/>
                <a:gd name="T6" fmla="*/ 0 w 1277"/>
                <a:gd name="T7" fmla="*/ 1104 h 1104"/>
                <a:gd name="T8" fmla="*/ 944 w 1277"/>
                <a:gd name="T9" fmla="*/ 552 h 1104"/>
              </a:gdLst>
              <a:ahLst/>
              <a:cxnLst>
                <a:cxn ang="0">
                  <a:pos x="T0" y="T1"/>
                </a:cxn>
                <a:cxn ang="0">
                  <a:pos x="T2" y="T3"/>
                </a:cxn>
                <a:cxn ang="0">
                  <a:pos x="T4" y="T5"/>
                </a:cxn>
                <a:cxn ang="0">
                  <a:pos x="T6" y="T7"/>
                </a:cxn>
                <a:cxn ang="0">
                  <a:pos x="T8" y="T9"/>
                </a:cxn>
              </a:cxnLst>
              <a:rect l="0" t="0" r="r" b="b"/>
              <a:pathLst>
                <a:path w="1277" h="1104">
                  <a:moveTo>
                    <a:pt x="944" y="552"/>
                  </a:moveTo>
                  <a:cubicBezTo>
                    <a:pt x="1110" y="357"/>
                    <a:pt x="1203" y="197"/>
                    <a:pt x="1277" y="0"/>
                  </a:cubicBezTo>
                  <a:lnTo>
                    <a:pt x="0" y="0"/>
                  </a:lnTo>
                  <a:lnTo>
                    <a:pt x="0" y="1104"/>
                  </a:lnTo>
                  <a:cubicBezTo>
                    <a:pt x="253" y="1070"/>
                    <a:pt x="607" y="949"/>
                    <a:pt x="944" y="552"/>
                  </a:cubicBezTo>
                  <a:close/>
                </a:path>
              </a:pathLst>
            </a:custGeom>
            <a:solidFill>
              <a:srgbClr val="07529A"/>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13" name="Rectangle 6"/>
            <p:cNvSpPr>
              <a:spLocks noChangeArrowheads="1"/>
            </p:cNvSpPr>
            <p:nvPr userDrawn="1"/>
          </p:nvSpPr>
          <p:spPr bwMode="auto">
            <a:xfrm>
              <a:off x="8216900" y="654050"/>
              <a:ext cx="714375" cy="200025"/>
            </a:xfrm>
            <a:prstGeom prst="rect">
              <a:avLst/>
            </a:prstGeom>
            <a:solidFill>
              <a:srgbClr val="EAB90C"/>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14" name="Freeform 7"/>
            <p:cNvSpPr>
              <a:spLocks/>
            </p:cNvSpPr>
            <p:nvPr userDrawn="1"/>
          </p:nvSpPr>
          <p:spPr bwMode="auto">
            <a:xfrm>
              <a:off x="8216900" y="144463"/>
              <a:ext cx="714375" cy="477837"/>
            </a:xfrm>
            <a:custGeom>
              <a:avLst/>
              <a:gdLst>
                <a:gd name="T0" fmla="*/ 2000 w 2000"/>
                <a:gd name="T1" fmla="*/ 0 h 1349"/>
                <a:gd name="T2" fmla="*/ 1361 w 2000"/>
                <a:gd name="T3" fmla="*/ 0 h 1349"/>
                <a:gd name="T4" fmla="*/ 992 w 2000"/>
                <a:gd name="T5" fmla="*/ 627 h 1349"/>
                <a:gd name="T6" fmla="*/ 0 w 2000"/>
                <a:gd name="T7" fmla="*/ 1193 h 1349"/>
                <a:gd name="T8" fmla="*/ 0 w 2000"/>
                <a:gd name="T9" fmla="*/ 1349 h 1349"/>
                <a:gd name="T10" fmla="*/ 2000 w 2000"/>
                <a:gd name="T11" fmla="*/ 1349 h 1349"/>
                <a:gd name="T12" fmla="*/ 2000 w 2000"/>
                <a:gd name="T13" fmla="*/ 0 h 1349"/>
              </a:gdLst>
              <a:ahLst/>
              <a:cxnLst>
                <a:cxn ang="0">
                  <a:pos x="T0" y="T1"/>
                </a:cxn>
                <a:cxn ang="0">
                  <a:pos x="T2" y="T3"/>
                </a:cxn>
                <a:cxn ang="0">
                  <a:pos x="T4" y="T5"/>
                </a:cxn>
                <a:cxn ang="0">
                  <a:pos x="T6" y="T7"/>
                </a:cxn>
                <a:cxn ang="0">
                  <a:pos x="T8" y="T9"/>
                </a:cxn>
                <a:cxn ang="0">
                  <a:pos x="T10" y="T11"/>
                </a:cxn>
                <a:cxn ang="0">
                  <a:pos x="T12" y="T13"/>
                </a:cxn>
              </a:cxnLst>
              <a:rect l="0" t="0" r="r" b="b"/>
              <a:pathLst>
                <a:path w="2000" h="1349">
                  <a:moveTo>
                    <a:pt x="2000" y="0"/>
                  </a:moveTo>
                  <a:lnTo>
                    <a:pt x="1361" y="0"/>
                  </a:lnTo>
                  <a:cubicBezTo>
                    <a:pt x="1285" y="208"/>
                    <a:pt x="1168" y="419"/>
                    <a:pt x="992" y="627"/>
                  </a:cubicBezTo>
                  <a:cubicBezTo>
                    <a:pt x="644" y="1036"/>
                    <a:pt x="259" y="1159"/>
                    <a:pt x="0" y="1193"/>
                  </a:cubicBezTo>
                  <a:lnTo>
                    <a:pt x="0" y="1349"/>
                  </a:lnTo>
                  <a:lnTo>
                    <a:pt x="2000" y="1349"/>
                  </a:lnTo>
                  <a:lnTo>
                    <a:pt x="2000" y="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15" name="Freeform 8"/>
            <p:cNvSpPr>
              <a:spLocks noEditPoints="1"/>
            </p:cNvSpPr>
            <p:nvPr userDrawn="1"/>
          </p:nvSpPr>
          <p:spPr bwMode="auto">
            <a:xfrm>
              <a:off x="8250238" y="690563"/>
              <a:ext cx="95250" cy="131762"/>
            </a:xfrm>
            <a:custGeom>
              <a:avLst/>
              <a:gdLst>
                <a:gd name="T0" fmla="*/ 134 w 264"/>
                <a:gd name="T1" fmla="*/ 318 h 371"/>
                <a:gd name="T2" fmla="*/ 198 w 264"/>
                <a:gd name="T3" fmla="*/ 265 h 371"/>
                <a:gd name="T4" fmla="*/ 132 w 264"/>
                <a:gd name="T5" fmla="*/ 203 h 371"/>
                <a:gd name="T6" fmla="*/ 65 w 264"/>
                <a:gd name="T7" fmla="*/ 203 h 371"/>
                <a:gd name="T8" fmla="*/ 65 w 264"/>
                <a:gd name="T9" fmla="*/ 318 h 371"/>
                <a:gd name="T10" fmla="*/ 134 w 264"/>
                <a:gd name="T11" fmla="*/ 318 h 371"/>
                <a:gd name="T12" fmla="*/ 65 w 264"/>
                <a:gd name="T13" fmla="*/ 53 h 371"/>
                <a:gd name="T14" fmla="*/ 65 w 264"/>
                <a:gd name="T15" fmla="*/ 155 h 371"/>
                <a:gd name="T16" fmla="*/ 131 w 264"/>
                <a:gd name="T17" fmla="*/ 155 h 371"/>
                <a:gd name="T18" fmla="*/ 190 w 264"/>
                <a:gd name="T19" fmla="*/ 103 h 371"/>
                <a:gd name="T20" fmla="*/ 126 w 264"/>
                <a:gd name="T21" fmla="*/ 53 h 371"/>
                <a:gd name="T22" fmla="*/ 65 w 264"/>
                <a:gd name="T23" fmla="*/ 53 h 371"/>
                <a:gd name="T24" fmla="*/ 191 w 264"/>
                <a:gd name="T25" fmla="*/ 180 h 371"/>
                <a:gd name="T26" fmla="*/ 264 w 264"/>
                <a:gd name="T27" fmla="*/ 277 h 371"/>
                <a:gd name="T28" fmla="*/ 145 w 264"/>
                <a:gd name="T29" fmla="*/ 371 h 371"/>
                <a:gd name="T30" fmla="*/ 0 w 264"/>
                <a:gd name="T31" fmla="*/ 367 h 371"/>
                <a:gd name="T32" fmla="*/ 0 w 264"/>
                <a:gd name="T33" fmla="*/ 4 h 371"/>
                <a:gd name="T34" fmla="*/ 129 w 264"/>
                <a:gd name="T35" fmla="*/ 0 h 371"/>
                <a:gd name="T36" fmla="*/ 253 w 264"/>
                <a:gd name="T37" fmla="*/ 95 h 371"/>
                <a:gd name="T38" fmla="*/ 191 w 264"/>
                <a:gd name="T39" fmla="*/ 178 h 371"/>
                <a:gd name="T40" fmla="*/ 191 w 264"/>
                <a:gd name="T41" fmla="*/ 180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4" h="371">
                  <a:moveTo>
                    <a:pt x="134" y="318"/>
                  </a:moveTo>
                  <a:cubicBezTo>
                    <a:pt x="183" y="318"/>
                    <a:pt x="198" y="308"/>
                    <a:pt x="198" y="265"/>
                  </a:cubicBezTo>
                  <a:cubicBezTo>
                    <a:pt x="198" y="216"/>
                    <a:pt x="182" y="204"/>
                    <a:pt x="132" y="203"/>
                  </a:cubicBezTo>
                  <a:lnTo>
                    <a:pt x="65" y="203"/>
                  </a:lnTo>
                  <a:lnTo>
                    <a:pt x="65" y="318"/>
                  </a:lnTo>
                  <a:lnTo>
                    <a:pt x="134" y="318"/>
                  </a:lnTo>
                  <a:close/>
                  <a:moveTo>
                    <a:pt x="65" y="53"/>
                  </a:moveTo>
                  <a:lnTo>
                    <a:pt x="65" y="155"/>
                  </a:lnTo>
                  <a:lnTo>
                    <a:pt x="131" y="155"/>
                  </a:lnTo>
                  <a:cubicBezTo>
                    <a:pt x="175" y="155"/>
                    <a:pt x="190" y="145"/>
                    <a:pt x="190" y="103"/>
                  </a:cubicBezTo>
                  <a:cubicBezTo>
                    <a:pt x="190" y="63"/>
                    <a:pt x="174" y="53"/>
                    <a:pt x="126" y="53"/>
                  </a:cubicBezTo>
                  <a:lnTo>
                    <a:pt x="65" y="53"/>
                  </a:lnTo>
                  <a:close/>
                  <a:moveTo>
                    <a:pt x="191" y="180"/>
                  </a:moveTo>
                  <a:cubicBezTo>
                    <a:pt x="245" y="185"/>
                    <a:pt x="264" y="219"/>
                    <a:pt x="264" y="277"/>
                  </a:cubicBezTo>
                  <a:cubicBezTo>
                    <a:pt x="264" y="351"/>
                    <a:pt x="230" y="371"/>
                    <a:pt x="145" y="371"/>
                  </a:cubicBezTo>
                  <a:cubicBezTo>
                    <a:pt x="79" y="371"/>
                    <a:pt x="44" y="371"/>
                    <a:pt x="0" y="367"/>
                  </a:cubicBezTo>
                  <a:lnTo>
                    <a:pt x="0" y="4"/>
                  </a:lnTo>
                  <a:cubicBezTo>
                    <a:pt x="39" y="1"/>
                    <a:pt x="71" y="0"/>
                    <a:pt x="129" y="0"/>
                  </a:cubicBezTo>
                  <a:cubicBezTo>
                    <a:pt x="220" y="0"/>
                    <a:pt x="253" y="20"/>
                    <a:pt x="253" y="95"/>
                  </a:cubicBezTo>
                  <a:cubicBezTo>
                    <a:pt x="253" y="147"/>
                    <a:pt x="235" y="174"/>
                    <a:pt x="191" y="178"/>
                  </a:cubicBezTo>
                  <a:lnTo>
                    <a:pt x="191" y="18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6" name="Freeform 9"/>
            <p:cNvSpPr>
              <a:spLocks noEditPoints="1"/>
            </p:cNvSpPr>
            <p:nvPr userDrawn="1"/>
          </p:nvSpPr>
          <p:spPr bwMode="auto">
            <a:xfrm>
              <a:off x="8364538" y="688975"/>
              <a:ext cx="106362" cy="133350"/>
            </a:xfrm>
            <a:custGeom>
              <a:avLst/>
              <a:gdLst>
                <a:gd name="T0" fmla="*/ 69 w 299"/>
                <a:gd name="T1" fmla="*/ 188 h 376"/>
                <a:gd name="T2" fmla="*/ 149 w 299"/>
                <a:gd name="T3" fmla="*/ 320 h 376"/>
                <a:gd name="T4" fmla="*/ 230 w 299"/>
                <a:gd name="T5" fmla="*/ 188 h 376"/>
                <a:gd name="T6" fmla="*/ 149 w 299"/>
                <a:gd name="T7" fmla="*/ 56 h 376"/>
                <a:gd name="T8" fmla="*/ 69 w 299"/>
                <a:gd name="T9" fmla="*/ 188 h 376"/>
                <a:gd name="T10" fmla="*/ 299 w 299"/>
                <a:gd name="T11" fmla="*/ 188 h 376"/>
                <a:gd name="T12" fmla="*/ 149 w 299"/>
                <a:gd name="T13" fmla="*/ 376 h 376"/>
                <a:gd name="T14" fmla="*/ 0 w 299"/>
                <a:gd name="T15" fmla="*/ 188 h 376"/>
                <a:gd name="T16" fmla="*/ 149 w 299"/>
                <a:gd name="T17" fmla="*/ 0 h 376"/>
                <a:gd name="T18" fmla="*/ 299 w 299"/>
                <a:gd name="T19" fmla="*/ 188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9" h="376">
                  <a:moveTo>
                    <a:pt x="69" y="188"/>
                  </a:moveTo>
                  <a:cubicBezTo>
                    <a:pt x="69" y="289"/>
                    <a:pt x="88" y="320"/>
                    <a:pt x="149" y="320"/>
                  </a:cubicBezTo>
                  <a:cubicBezTo>
                    <a:pt x="211" y="320"/>
                    <a:pt x="230" y="289"/>
                    <a:pt x="230" y="188"/>
                  </a:cubicBezTo>
                  <a:cubicBezTo>
                    <a:pt x="230" y="87"/>
                    <a:pt x="211" y="56"/>
                    <a:pt x="149" y="56"/>
                  </a:cubicBezTo>
                  <a:cubicBezTo>
                    <a:pt x="88" y="56"/>
                    <a:pt x="69" y="87"/>
                    <a:pt x="69" y="188"/>
                  </a:cubicBezTo>
                  <a:close/>
                  <a:moveTo>
                    <a:pt x="299" y="188"/>
                  </a:moveTo>
                  <a:cubicBezTo>
                    <a:pt x="299" y="332"/>
                    <a:pt x="260" y="376"/>
                    <a:pt x="149" y="376"/>
                  </a:cubicBezTo>
                  <a:cubicBezTo>
                    <a:pt x="39" y="376"/>
                    <a:pt x="0" y="332"/>
                    <a:pt x="0" y="188"/>
                  </a:cubicBezTo>
                  <a:cubicBezTo>
                    <a:pt x="0" y="44"/>
                    <a:pt x="39" y="0"/>
                    <a:pt x="149" y="0"/>
                  </a:cubicBezTo>
                  <a:cubicBezTo>
                    <a:pt x="260" y="0"/>
                    <a:pt x="299" y="44"/>
                    <a:pt x="299" y="1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7" name="Freeform 10"/>
            <p:cNvSpPr>
              <a:spLocks/>
            </p:cNvSpPr>
            <p:nvPr userDrawn="1"/>
          </p:nvSpPr>
          <p:spPr bwMode="auto">
            <a:xfrm>
              <a:off x="8496300" y="692150"/>
              <a:ext cx="104775" cy="128587"/>
            </a:xfrm>
            <a:custGeom>
              <a:avLst/>
              <a:gdLst>
                <a:gd name="T0" fmla="*/ 295 w 295"/>
                <a:gd name="T1" fmla="*/ 339 h 363"/>
                <a:gd name="T2" fmla="*/ 271 w 295"/>
                <a:gd name="T3" fmla="*/ 363 h 363"/>
                <a:gd name="T4" fmla="*/ 219 w 295"/>
                <a:gd name="T5" fmla="*/ 363 h 363"/>
                <a:gd name="T6" fmla="*/ 192 w 295"/>
                <a:gd name="T7" fmla="*/ 343 h 363"/>
                <a:gd name="T8" fmla="*/ 90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4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7" y="363"/>
                    <a:pt x="271" y="363"/>
                  </a:cubicBezTo>
                  <a:lnTo>
                    <a:pt x="219" y="363"/>
                  </a:lnTo>
                  <a:cubicBezTo>
                    <a:pt x="205" y="363"/>
                    <a:pt x="197" y="357"/>
                    <a:pt x="192" y="343"/>
                  </a:cubicBezTo>
                  <a:lnTo>
                    <a:pt x="90"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4"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8" name="Freeform 11"/>
            <p:cNvSpPr>
              <a:spLocks/>
            </p:cNvSpPr>
            <p:nvPr userDrawn="1"/>
          </p:nvSpPr>
          <p:spPr bwMode="auto">
            <a:xfrm>
              <a:off x="8629650" y="692150"/>
              <a:ext cx="104775" cy="128587"/>
            </a:xfrm>
            <a:custGeom>
              <a:avLst/>
              <a:gdLst>
                <a:gd name="T0" fmla="*/ 295 w 295"/>
                <a:gd name="T1" fmla="*/ 339 h 363"/>
                <a:gd name="T2" fmla="*/ 271 w 295"/>
                <a:gd name="T3" fmla="*/ 363 h 363"/>
                <a:gd name="T4" fmla="*/ 219 w 295"/>
                <a:gd name="T5" fmla="*/ 363 h 363"/>
                <a:gd name="T6" fmla="*/ 191 w 295"/>
                <a:gd name="T7" fmla="*/ 343 h 363"/>
                <a:gd name="T8" fmla="*/ 89 w 295"/>
                <a:gd name="T9" fmla="*/ 121 h 363"/>
                <a:gd name="T10" fmla="*/ 68 w 295"/>
                <a:gd name="T11" fmla="*/ 67 h 363"/>
                <a:gd name="T12" fmla="*/ 62 w 295"/>
                <a:gd name="T13" fmla="*/ 67 h 363"/>
                <a:gd name="T14" fmla="*/ 65 w 295"/>
                <a:gd name="T15" fmla="*/ 121 h 363"/>
                <a:gd name="T16" fmla="*/ 65 w 295"/>
                <a:gd name="T17" fmla="*/ 363 h 363"/>
                <a:gd name="T18" fmla="*/ 0 w 295"/>
                <a:gd name="T19" fmla="*/ 363 h 363"/>
                <a:gd name="T20" fmla="*/ 0 w 295"/>
                <a:gd name="T21" fmla="*/ 25 h 363"/>
                <a:gd name="T22" fmla="*/ 25 w 295"/>
                <a:gd name="T23" fmla="*/ 0 h 363"/>
                <a:gd name="T24" fmla="*/ 76 w 295"/>
                <a:gd name="T25" fmla="*/ 0 h 363"/>
                <a:gd name="T26" fmla="*/ 103 w 295"/>
                <a:gd name="T27" fmla="*/ 20 h 363"/>
                <a:gd name="T28" fmla="*/ 202 w 295"/>
                <a:gd name="T29" fmla="*/ 237 h 363"/>
                <a:gd name="T30" fmla="*/ 227 w 295"/>
                <a:gd name="T31" fmla="*/ 294 h 363"/>
                <a:gd name="T32" fmla="*/ 233 w 295"/>
                <a:gd name="T33" fmla="*/ 294 h 363"/>
                <a:gd name="T34" fmla="*/ 231 w 295"/>
                <a:gd name="T35" fmla="*/ 235 h 363"/>
                <a:gd name="T36" fmla="*/ 231 w 295"/>
                <a:gd name="T37" fmla="*/ 0 h 363"/>
                <a:gd name="T38" fmla="*/ 295 w 295"/>
                <a:gd name="T39" fmla="*/ 0 h 363"/>
                <a:gd name="T40" fmla="*/ 295 w 295"/>
                <a:gd name="T41" fmla="*/ 339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5" h="363">
                  <a:moveTo>
                    <a:pt x="295" y="339"/>
                  </a:moveTo>
                  <a:cubicBezTo>
                    <a:pt x="295" y="355"/>
                    <a:pt x="286" y="363"/>
                    <a:pt x="271" y="363"/>
                  </a:cubicBezTo>
                  <a:lnTo>
                    <a:pt x="219" y="363"/>
                  </a:lnTo>
                  <a:cubicBezTo>
                    <a:pt x="204" y="363"/>
                    <a:pt x="197" y="357"/>
                    <a:pt x="191" y="343"/>
                  </a:cubicBezTo>
                  <a:lnTo>
                    <a:pt x="89" y="121"/>
                  </a:lnTo>
                  <a:cubicBezTo>
                    <a:pt x="83" y="106"/>
                    <a:pt x="72" y="84"/>
                    <a:pt x="68" y="67"/>
                  </a:cubicBezTo>
                  <a:lnTo>
                    <a:pt x="62" y="67"/>
                  </a:lnTo>
                  <a:cubicBezTo>
                    <a:pt x="64" y="85"/>
                    <a:pt x="65" y="104"/>
                    <a:pt x="65" y="121"/>
                  </a:cubicBezTo>
                  <a:lnTo>
                    <a:pt x="65" y="363"/>
                  </a:lnTo>
                  <a:lnTo>
                    <a:pt x="0" y="363"/>
                  </a:lnTo>
                  <a:lnTo>
                    <a:pt x="0" y="25"/>
                  </a:lnTo>
                  <a:cubicBezTo>
                    <a:pt x="0" y="9"/>
                    <a:pt x="9" y="0"/>
                    <a:pt x="25" y="0"/>
                  </a:cubicBezTo>
                  <a:lnTo>
                    <a:pt x="76" y="0"/>
                  </a:lnTo>
                  <a:cubicBezTo>
                    <a:pt x="90" y="0"/>
                    <a:pt x="97" y="7"/>
                    <a:pt x="103" y="20"/>
                  </a:cubicBezTo>
                  <a:lnTo>
                    <a:pt x="202" y="237"/>
                  </a:lnTo>
                  <a:cubicBezTo>
                    <a:pt x="209" y="252"/>
                    <a:pt x="219" y="274"/>
                    <a:pt x="227" y="294"/>
                  </a:cubicBezTo>
                  <a:lnTo>
                    <a:pt x="233" y="294"/>
                  </a:lnTo>
                  <a:cubicBezTo>
                    <a:pt x="232" y="274"/>
                    <a:pt x="231" y="254"/>
                    <a:pt x="231" y="235"/>
                  </a:cubicBezTo>
                  <a:lnTo>
                    <a:pt x="231" y="0"/>
                  </a:lnTo>
                  <a:lnTo>
                    <a:pt x="295" y="0"/>
                  </a:lnTo>
                  <a:lnTo>
                    <a:pt x="295" y="33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sz="2381"/>
            </a:p>
          </p:txBody>
        </p:sp>
        <p:sp>
          <p:nvSpPr>
            <p:cNvPr id="19" name="Freeform 12"/>
            <p:cNvSpPr>
              <a:spLocks/>
            </p:cNvSpPr>
            <p:nvPr userDrawn="1"/>
          </p:nvSpPr>
          <p:spPr bwMode="auto">
            <a:xfrm>
              <a:off x="7081838" y="695058"/>
              <a:ext cx="95250" cy="130175"/>
            </a:xfrm>
            <a:custGeom>
              <a:avLst/>
              <a:gdLst>
                <a:gd name="T0" fmla="*/ 267 w 267"/>
                <a:gd name="T1" fmla="*/ 223 h 370"/>
                <a:gd name="T2" fmla="*/ 136 w 267"/>
                <a:gd name="T3" fmla="*/ 370 h 370"/>
                <a:gd name="T4" fmla="*/ 0 w 267"/>
                <a:gd name="T5" fmla="*/ 223 h 370"/>
                <a:gd name="T6" fmla="*/ 0 w 267"/>
                <a:gd name="T7" fmla="*/ 0 h 370"/>
                <a:gd name="T8" fmla="*/ 53 w 267"/>
                <a:gd name="T9" fmla="*/ 0 h 370"/>
                <a:gd name="T10" fmla="*/ 53 w 267"/>
                <a:gd name="T11" fmla="*/ 223 h 370"/>
                <a:gd name="T12" fmla="*/ 134 w 267"/>
                <a:gd name="T13" fmla="*/ 323 h 370"/>
                <a:gd name="T14" fmla="*/ 215 w 267"/>
                <a:gd name="T15" fmla="*/ 223 h 370"/>
                <a:gd name="T16" fmla="*/ 215 w 267"/>
                <a:gd name="T17" fmla="*/ 0 h 370"/>
                <a:gd name="T18" fmla="*/ 267 w 267"/>
                <a:gd name="T19" fmla="*/ 0 h 370"/>
                <a:gd name="T20" fmla="*/ 267 w 267"/>
                <a:gd name="T21" fmla="*/ 223 h 3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70">
                  <a:moveTo>
                    <a:pt x="267" y="223"/>
                  </a:moveTo>
                  <a:cubicBezTo>
                    <a:pt x="267" y="330"/>
                    <a:pt x="232" y="370"/>
                    <a:pt x="136" y="370"/>
                  </a:cubicBezTo>
                  <a:cubicBezTo>
                    <a:pt x="36" y="370"/>
                    <a:pt x="0" y="330"/>
                    <a:pt x="0" y="223"/>
                  </a:cubicBezTo>
                  <a:lnTo>
                    <a:pt x="0" y="0"/>
                  </a:lnTo>
                  <a:lnTo>
                    <a:pt x="53" y="0"/>
                  </a:lnTo>
                  <a:lnTo>
                    <a:pt x="53" y="223"/>
                  </a:lnTo>
                  <a:cubicBezTo>
                    <a:pt x="53" y="298"/>
                    <a:pt x="73" y="323"/>
                    <a:pt x="134" y="323"/>
                  </a:cubicBezTo>
                  <a:cubicBezTo>
                    <a:pt x="193" y="323"/>
                    <a:pt x="215" y="298"/>
                    <a:pt x="215" y="223"/>
                  </a:cubicBezTo>
                  <a:lnTo>
                    <a:pt x="215" y="0"/>
                  </a:lnTo>
                  <a:lnTo>
                    <a:pt x="267" y="0"/>
                  </a:lnTo>
                  <a:lnTo>
                    <a:pt x="267" y="22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0" name="Freeform 13"/>
            <p:cNvSpPr>
              <a:spLocks/>
            </p:cNvSpPr>
            <p:nvPr userDrawn="1"/>
          </p:nvSpPr>
          <p:spPr bwMode="auto">
            <a:xfrm>
              <a:off x="7207250" y="695058"/>
              <a:ext cx="101600" cy="128587"/>
            </a:xfrm>
            <a:custGeom>
              <a:avLst/>
              <a:gdLst>
                <a:gd name="T0" fmla="*/ 284 w 284"/>
                <a:gd name="T1" fmla="*/ 343 h 363"/>
                <a:gd name="T2" fmla="*/ 265 w 284"/>
                <a:gd name="T3" fmla="*/ 363 h 363"/>
                <a:gd name="T4" fmla="*/ 215 w 284"/>
                <a:gd name="T5" fmla="*/ 363 h 363"/>
                <a:gd name="T6" fmla="*/ 192 w 284"/>
                <a:gd name="T7" fmla="*/ 347 h 363"/>
                <a:gd name="T8" fmla="*/ 79 w 284"/>
                <a:gd name="T9" fmla="*/ 100 h 363"/>
                <a:gd name="T10" fmla="*/ 57 w 284"/>
                <a:gd name="T11" fmla="*/ 49 h 363"/>
                <a:gd name="T12" fmla="*/ 50 w 284"/>
                <a:gd name="T13" fmla="*/ 49 h 363"/>
                <a:gd name="T14" fmla="*/ 53 w 284"/>
                <a:gd name="T15" fmla="*/ 100 h 363"/>
                <a:gd name="T16" fmla="*/ 53 w 284"/>
                <a:gd name="T17" fmla="*/ 363 h 363"/>
                <a:gd name="T18" fmla="*/ 0 w 284"/>
                <a:gd name="T19" fmla="*/ 363 h 363"/>
                <a:gd name="T20" fmla="*/ 0 w 284"/>
                <a:gd name="T21" fmla="*/ 21 h 363"/>
                <a:gd name="T22" fmla="*/ 20 w 284"/>
                <a:gd name="T23" fmla="*/ 0 h 363"/>
                <a:gd name="T24" fmla="*/ 68 w 284"/>
                <a:gd name="T25" fmla="*/ 0 h 363"/>
                <a:gd name="T26" fmla="*/ 92 w 284"/>
                <a:gd name="T27" fmla="*/ 17 h 363"/>
                <a:gd name="T28" fmla="*/ 202 w 284"/>
                <a:gd name="T29" fmla="*/ 257 h 363"/>
                <a:gd name="T30" fmla="*/ 227 w 284"/>
                <a:gd name="T31" fmla="*/ 312 h 363"/>
                <a:gd name="T32" fmla="*/ 235 w 284"/>
                <a:gd name="T33" fmla="*/ 312 h 363"/>
                <a:gd name="T34" fmla="*/ 232 w 284"/>
                <a:gd name="T35" fmla="*/ 255 h 363"/>
                <a:gd name="T36" fmla="*/ 232 w 284"/>
                <a:gd name="T37" fmla="*/ 0 h 363"/>
                <a:gd name="T38" fmla="*/ 284 w 284"/>
                <a:gd name="T39" fmla="*/ 0 h 363"/>
                <a:gd name="T40" fmla="*/ 284 w 284"/>
                <a:gd name="T41" fmla="*/ 343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4" h="363">
                  <a:moveTo>
                    <a:pt x="284" y="343"/>
                  </a:moveTo>
                  <a:cubicBezTo>
                    <a:pt x="284" y="356"/>
                    <a:pt x="277" y="363"/>
                    <a:pt x="265" y="363"/>
                  </a:cubicBezTo>
                  <a:lnTo>
                    <a:pt x="215" y="363"/>
                  </a:lnTo>
                  <a:cubicBezTo>
                    <a:pt x="203" y="363"/>
                    <a:pt x="197" y="358"/>
                    <a:pt x="192" y="347"/>
                  </a:cubicBezTo>
                  <a:lnTo>
                    <a:pt x="79" y="100"/>
                  </a:lnTo>
                  <a:cubicBezTo>
                    <a:pt x="73" y="86"/>
                    <a:pt x="62" y="64"/>
                    <a:pt x="57" y="49"/>
                  </a:cubicBezTo>
                  <a:lnTo>
                    <a:pt x="50" y="49"/>
                  </a:lnTo>
                  <a:cubicBezTo>
                    <a:pt x="52" y="66"/>
                    <a:pt x="53" y="83"/>
                    <a:pt x="53" y="100"/>
                  </a:cubicBezTo>
                  <a:lnTo>
                    <a:pt x="53" y="363"/>
                  </a:lnTo>
                  <a:lnTo>
                    <a:pt x="0" y="363"/>
                  </a:lnTo>
                  <a:lnTo>
                    <a:pt x="0" y="21"/>
                  </a:lnTo>
                  <a:cubicBezTo>
                    <a:pt x="0" y="7"/>
                    <a:pt x="7" y="0"/>
                    <a:pt x="20" y="0"/>
                  </a:cubicBezTo>
                  <a:lnTo>
                    <a:pt x="68" y="0"/>
                  </a:lnTo>
                  <a:cubicBezTo>
                    <a:pt x="80" y="0"/>
                    <a:pt x="86" y="6"/>
                    <a:pt x="92" y="17"/>
                  </a:cubicBezTo>
                  <a:lnTo>
                    <a:pt x="202" y="257"/>
                  </a:lnTo>
                  <a:cubicBezTo>
                    <a:pt x="208" y="272"/>
                    <a:pt x="219" y="293"/>
                    <a:pt x="227" y="312"/>
                  </a:cubicBezTo>
                  <a:lnTo>
                    <a:pt x="235" y="312"/>
                  </a:lnTo>
                  <a:cubicBezTo>
                    <a:pt x="233" y="293"/>
                    <a:pt x="232" y="274"/>
                    <a:pt x="232" y="255"/>
                  </a:cubicBezTo>
                  <a:lnTo>
                    <a:pt x="232" y="0"/>
                  </a:lnTo>
                  <a:lnTo>
                    <a:pt x="284" y="0"/>
                  </a:lnTo>
                  <a:lnTo>
                    <a:pt x="284" y="343"/>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1" name="Rectangle 14"/>
            <p:cNvSpPr>
              <a:spLocks noChangeArrowheads="1"/>
            </p:cNvSpPr>
            <p:nvPr userDrawn="1"/>
          </p:nvSpPr>
          <p:spPr bwMode="auto">
            <a:xfrm>
              <a:off x="7340600" y="695058"/>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2" name="Freeform 15"/>
            <p:cNvSpPr>
              <a:spLocks/>
            </p:cNvSpPr>
            <p:nvPr userDrawn="1"/>
          </p:nvSpPr>
          <p:spPr bwMode="auto">
            <a:xfrm>
              <a:off x="7378701" y="695058"/>
              <a:ext cx="109537" cy="128587"/>
            </a:xfrm>
            <a:custGeom>
              <a:avLst/>
              <a:gdLst>
                <a:gd name="T0" fmla="*/ 199 w 306"/>
                <a:gd name="T1" fmla="*/ 348 h 363"/>
                <a:gd name="T2" fmla="*/ 179 w 306"/>
                <a:gd name="T3" fmla="*/ 363 h 363"/>
                <a:gd name="T4" fmla="*/ 128 w 306"/>
                <a:gd name="T5" fmla="*/ 363 h 363"/>
                <a:gd name="T6" fmla="*/ 108 w 306"/>
                <a:gd name="T7" fmla="*/ 348 h 363"/>
                <a:gd name="T8" fmla="*/ 0 w 306"/>
                <a:gd name="T9" fmla="*/ 0 h 363"/>
                <a:gd name="T10" fmla="*/ 55 w 306"/>
                <a:gd name="T11" fmla="*/ 0 h 363"/>
                <a:gd name="T12" fmla="*/ 137 w 306"/>
                <a:gd name="T13" fmla="*/ 283 h 363"/>
                <a:gd name="T14" fmla="*/ 147 w 306"/>
                <a:gd name="T15" fmla="*/ 323 h 363"/>
                <a:gd name="T16" fmla="*/ 161 w 306"/>
                <a:gd name="T17" fmla="*/ 323 h 363"/>
                <a:gd name="T18" fmla="*/ 171 w 306"/>
                <a:gd name="T19" fmla="*/ 283 h 363"/>
                <a:gd name="T20" fmla="*/ 252 w 306"/>
                <a:gd name="T21" fmla="*/ 0 h 363"/>
                <a:gd name="T22" fmla="*/ 306 w 306"/>
                <a:gd name="T23" fmla="*/ 0 h 363"/>
                <a:gd name="T24" fmla="*/ 199 w 306"/>
                <a:gd name="T25" fmla="*/ 348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363">
                  <a:moveTo>
                    <a:pt x="199" y="348"/>
                  </a:moveTo>
                  <a:cubicBezTo>
                    <a:pt x="197" y="357"/>
                    <a:pt x="189" y="363"/>
                    <a:pt x="179" y="363"/>
                  </a:cubicBezTo>
                  <a:lnTo>
                    <a:pt x="128" y="363"/>
                  </a:lnTo>
                  <a:cubicBezTo>
                    <a:pt x="118" y="363"/>
                    <a:pt x="110" y="357"/>
                    <a:pt x="108" y="348"/>
                  </a:cubicBezTo>
                  <a:lnTo>
                    <a:pt x="0" y="0"/>
                  </a:lnTo>
                  <a:lnTo>
                    <a:pt x="55" y="0"/>
                  </a:lnTo>
                  <a:lnTo>
                    <a:pt x="137" y="283"/>
                  </a:lnTo>
                  <a:cubicBezTo>
                    <a:pt x="140" y="296"/>
                    <a:pt x="143" y="310"/>
                    <a:pt x="147" y="323"/>
                  </a:cubicBezTo>
                  <a:lnTo>
                    <a:pt x="161" y="323"/>
                  </a:lnTo>
                  <a:cubicBezTo>
                    <a:pt x="163" y="310"/>
                    <a:pt x="167" y="296"/>
                    <a:pt x="171" y="283"/>
                  </a:cubicBezTo>
                  <a:lnTo>
                    <a:pt x="252" y="0"/>
                  </a:lnTo>
                  <a:lnTo>
                    <a:pt x="306" y="0"/>
                  </a:lnTo>
                  <a:lnTo>
                    <a:pt x="199" y="348"/>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3" name="Freeform 16"/>
            <p:cNvSpPr>
              <a:spLocks/>
            </p:cNvSpPr>
            <p:nvPr userDrawn="1"/>
          </p:nvSpPr>
          <p:spPr bwMode="auto">
            <a:xfrm>
              <a:off x="7505700" y="695058"/>
              <a:ext cx="80962" cy="128587"/>
            </a:xfrm>
            <a:custGeom>
              <a:avLst/>
              <a:gdLst>
                <a:gd name="T0" fmla="*/ 228 w 228"/>
                <a:gd name="T1" fmla="*/ 361 h 365"/>
                <a:gd name="T2" fmla="*/ 73 w 228"/>
                <a:gd name="T3" fmla="*/ 365 h 365"/>
                <a:gd name="T4" fmla="*/ 0 w 228"/>
                <a:gd name="T5" fmla="*/ 300 h 365"/>
                <a:gd name="T6" fmla="*/ 0 w 228"/>
                <a:gd name="T7" fmla="*/ 65 h 365"/>
                <a:gd name="T8" fmla="*/ 73 w 228"/>
                <a:gd name="T9" fmla="*/ 0 h 365"/>
                <a:gd name="T10" fmla="*/ 228 w 228"/>
                <a:gd name="T11" fmla="*/ 4 h 365"/>
                <a:gd name="T12" fmla="*/ 226 w 228"/>
                <a:gd name="T13" fmla="*/ 45 h 365"/>
                <a:gd name="T14" fmla="*/ 82 w 228"/>
                <a:gd name="T15" fmla="*/ 45 h 365"/>
                <a:gd name="T16" fmla="*/ 53 w 228"/>
                <a:gd name="T17" fmla="*/ 79 h 365"/>
                <a:gd name="T18" fmla="*/ 53 w 228"/>
                <a:gd name="T19" fmla="*/ 152 h 365"/>
                <a:gd name="T20" fmla="*/ 206 w 228"/>
                <a:gd name="T21" fmla="*/ 152 h 365"/>
                <a:gd name="T22" fmla="*/ 206 w 228"/>
                <a:gd name="T23" fmla="*/ 194 h 365"/>
                <a:gd name="T24" fmla="*/ 53 w 228"/>
                <a:gd name="T25" fmla="*/ 194 h 365"/>
                <a:gd name="T26" fmla="*/ 53 w 228"/>
                <a:gd name="T27" fmla="*/ 287 h 365"/>
                <a:gd name="T28" fmla="*/ 82 w 228"/>
                <a:gd name="T29" fmla="*/ 321 h 365"/>
                <a:gd name="T30" fmla="*/ 226 w 228"/>
                <a:gd name="T31" fmla="*/ 321 h 365"/>
                <a:gd name="T32" fmla="*/ 228 w 228"/>
                <a:gd name="T33" fmla="*/ 36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8" h="365">
                  <a:moveTo>
                    <a:pt x="228" y="361"/>
                  </a:moveTo>
                  <a:cubicBezTo>
                    <a:pt x="180" y="365"/>
                    <a:pt x="125" y="365"/>
                    <a:pt x="73" y="365"/>
                  </a:cubicBezTo>
                  <a:cubicBezTo>
                    <a:pt x="27" y="365"/>
                    <a:pt x="0" y="340"/>
                    <a:pt x="0" y="300"/>
                  </a:cubicBezTo>
                  <a:lnTo>
                    <a:pt x="0" y="65"/>
                  </a:lnTo>
                  <a:cubicBezTo>
                    <a:pt x="0" y="25"/>
                    <a:pt x="28" y="0"/>
                    <a:pt x="73" y="0"/>
                  </a:cubicBezTo>
                  <a:cubicBezTo>
                    <a:pt x="125" y="0"/>
                    <a:pt x="180" y="0"/>
                    <a:pt x="228" y="4"/>
                  </a:cubicBezTo>
                  <a:lnTo>
                    <a:pt x="226" y="45"/>
                  </a:lnTo>
                  <a:lnTo>
                    <a:pt x="82" y="45"/>
                  </a:lnTo>
                  <a:cubicBezTo>
                    <a:pt x="61" y="45"/>
                    <a:pt x="53" y="54"/>
                    <a:pt x="53" y="79"/>
                  </a:cubicBezTo>
                  <a:lnTo>
                    <a:pt x="53" y="152"/>
                  </a:lnTo>
                  <a:lnTo>
                    <a:pt x="206" y="152"/>
                  </a:lnTo>
                  <a:lnTo>
                    <a:pt x="206" y="194"/>
                  </a:lnTo>
                  <a:lnTo>
                    <a:pt x="53" y="194"/>
                  </a:lnTo>
                  <a:lnTo>
                    <a:pt x="53" y="287"/>
                  </a:lnTo>
                  <a:cubicBezTo>
                    <a:pt x="53" y="312"/>
                    <a:pt x="61" y="321"/>
                    <a:pt x="82" y="321"/>
                  </a:cubicBezTo>
                  <a:lnTo>
                    <a:pt x="226" y="321"/>
                  </a:lnTo>
                  <a:lnTo>
                    <a:pt x="228" y="361"/>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4" name="Freeform 17"/>
            <p:cNvSpPr>
              <a:spLocks noEditPoints="1"/>
            </p:cNvSpPr>
            <p:nvPr userDrawn="1"/>
          </p:nvSpPr>
          <p:spPr bwMode="auto">
            <a:xfrm>
              <a:off x="7612063" y="693471"/>
              <a:ext cx="92075" cy="130175"/>
            </a:xfrm>
            <a:custGeom>
              <a:avLst/>
              <a:gdLst>
                <a:gd name="T0" fmla="*/ 126 w 260"/>
                <a:gd name="T1" fmla="*/ 173 h 367"/>
                <a:gd name="T2" fmla="*/ 194 w 260"/>
                <a:gd name="T3" fmla="*/ 108 h 367"/>
                <a:gd name="T4" fmla="*/ 126 w 260"/>
                <a:gd name="T5" fmla="*/ 45 h 367"/>
                <a:gd name="T6" fmla="*/ 52 w 260"/>
                <a:gd name="T7" fmla="*/ 45 h 367"/>
                <a:gd name="T8" fmla="*/ 52 w 260"/>
                <a:gd name="T9" fmla="*/ 173 h 367"/>
                <a:gd name="T10" fmla="*/ 126 w 260"/>
                <a:gd name="T11" fmla="*/ 173 h 367"/>
                <a:gd name="T12" fmla="*/ 204 w 260"/>
                <a:gd name="T13" fmla="*/ 367 h 367"/>
                <a:gd name="T14" fmla="*/ 173 w 260"/>
                <a:gd name="T15" fmla="*/ 254 h 367"/>
                <a:gd name="T16" fmla="*/ 127 w 260"/>
                <a:gd name="T17" fmla="*/ 218 h 367"/>
                <a:gd name="T18" fmla="*/ 52 w 260"/>
                <a:gd name="T19" fmla="*/ 217 h 367"/>
                <a:gd name="T20" fmla="*/ 52 w 260"/>
                <a:gd name="T21" fmla="*/ 367 h 367"/>
                <a:gd name="T22" fmla="*/ 0 w 260"/>
                <a:gd name="T23" fmla="*/ 367 h 367"/>
                <a:gd name="T24" fmla="*/ 0 w 260"/>
                <a:gd name="T25" fmla="*/ 4 h 367"/>
                <a:gd name="T26" fmla="*/ 127 w 260"/>
                <a:gd name="T27" fmla="*/ 0 h 367"/>
                <a:gd name="T28" fmla="*/ 247 w 260"/>
                <a:gd name="T29" fmla="*/ 105 h 367"/>
                <a:gd name="T30" fmla="*/ 180 w 260"/>
                <a:gd name="T31" fmla="*/ 197 h 367"/>
                <a:gd name="T32" fmla="*/ 180 w 260"/>
                <a:gd name="T33" fmla="*/ 200 h 367"/>
                <a:gd name="T34" fmla="*/ 226 w 260"/>
                <a:gd name="T35" fmla="*/ 252 h 367"/>
                <a:gd name="T36" fmla="*/ 260 w 260"/>
                <a:gd name="T37" fmla="*/ 367 h 367"/>
                <a:gd name="T38" fmla="*/ 204 w 260"/>
                <a:gd name="T39" fmla="*/ 367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60" h="367">
                  <a:moveTo>
                    <a:pt x="126" y="173"/>
                  </a:moveTo>
                  <a:cubicBezTo>
                    <a:pt x="177" y="172"/>
                    <a:pt x="194" y="158"/>
                    <a:pt x="194" y="108"/>
                  </a:cubicBezTo>
                  <a:cubicBezTo>
                    <a:pt x="194" y="58"/>
                    <a:pt x="177" y="45"/>
                    <a:pt x="126" y="45"/>
                  </a:cubicBezTo>
                  <a:cubicBezTo>
                    <a:pt x="98" y="45"/>
                    <a:pt x="72" y="45"/>
                    <a:pt x="52" y="45"/>
                  </a:cubicBezTo>
                  <a:lnTo>
                    <a:pt x="52" y="173"/>
                  </a:lnTo>
                  <a:lnTo>
                    <a:pt x="126" y="173"/>
                  </a:lnTo>
                  <a:close/>
                  <a:moveTo>
                    <a:pt x="204" y="367"/>
                  </a:moveTo>
                  <a:lnTo>
                    <a:pt x="173" y="254"/>
                  </a:lnTo>
                  <a:cubicBezTo>
                    <a:pt x="164" y="228"/>
                    <a:pt x="150" y="218"/>
                    <a:pt x="127" y="218"/>
                  </a:cubicBezTo>
                  <a:lnTo>
                    <a:pt x="52" y="217"/>
                  </a:lnTo>
                  <a:lnTo>
                    <a:pt x="52" y="367"/>
                  </a:lnTo>
                  <a:lnTo>
                    <a:pt x="0" y="367"/>
                  </a:lnTo>
                  <a:lnTo>
                    <a:pt x="0" y="4"/>
                  </a:lnTo>
                  <a:cubicBezTo>
                    <a:pt x="40" y="0"/>
                    <a:pt x="68" y="0"/>
                    <a:pt x="127" y="0"/>
                  </a:cubicBezTo>
                  <a:cubicBezTo>
                    <a:pt x="212" y="0"/>
                    <a:pt x="247" y="23"/>
                    <a:pt x="247" y="105"/>
                  </a:cubicBezTo>
                  <a:cubicBezTo>
                    <a:pt x="247" y="162"/>
                    <a:pt x="229" y="191"/>
                    <a:pt x="180" y="197"/>
                  </a:cubicBezTo>
                  <a:lnTo>
                    <a:pt x="180" y="200"/>
                  </a:lnTo>
                  <a:cubicBezTo>
                    <a:pt x="198" y="205"/>
                    <a:pt x="218" y="221"/>
                    <a:pt x="226" y="252"/>
                  </a:cubicBezTo>
                  <a:lnTo>
                    <a:pt x="260" y="367"/>
                  </a:lnTo>
                  <a:lnTo>
                    <a:pt x="204" y="36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5" name="Freeform 18"/>
            <p:cNvSpPr>
              <a:spLocks/>
            </p:cNvSpPr>
            <p:nvPr userDrawn="1"/>
          </p:nvSpPr>
          <p:spPr bwMode="auto">
            <a:xfrm>
              <a:off x="7723188" y="691883"/>
              <a:ext cx="85725" cy="133350"/>
            </a:xfrm>
            <a:custGeom>
              <a:avLst/>
              <a:gdLst>
                <a:gd name="T0" fmla="*/ 229 w 243"/>
                <a:gd name="T1" fmla="*/ 11 h 375"/>
                <a:gd name="T2" fmla="*/ 226 w 243"/>
                <a:gd name="T3" fmla="*/ 49 h 375"/>
                <a:gd name="T4" fmla="*/ 122 w 243"/>
                <a:gd name="T5" fmla="*/ 47 h 375"/>
                <a:gd name="T6" fmla="*/ 53 w 243"/>
                <a:gd name="T7" fmla="*/ 97 h 375"/>
                <a:gd name="T8" fmla="*/ 97 w 243"/>
                <a:gd name="T9" fmla="*/ 152 h 375"/>
                <a:gd name="T10" fmla="*/ 169 w 243"/>
                <a:gd name="T11" fmla="*/ 172 h 375"/>
                <a:gd name="T12" fmla="*/ 243 w 243"/>
                <a:gd name="T13" fmla="*/ 276 h 375"/>
                <a:gd name="T14" fmla="*/ 119 w 243"/>
                <a:gd name="T15" fmla="*/ 375 h 375"/>
                <a:gd name="T16" fmla="*/ 5 w 243"/>
                <a:gd name="T17" fmla="*/ 365 h 375"/>
                <a:gd name="T18" fmla="*/ 9 w 243"/>
                <a:gd name="T19" fmla="*/ 326 h 375"/>
                <a:gd name="T20" fmla="*/ 120 w 243"/>
                <a:gd name="T21" fmla="*/ 329 h 375"/>
                <a:gd name="T22" fmla="*/ 189 w 243"/>
                <a:gd name="T23" fmla="*/ 275 h 375"/>
                <a:gd name="T24" fmla="*/ 146 w 243"/>
                <a:gd name="T25" fmla="*/ 219 h 375"/>
                <a:gd name="T26" fmla="*/ 72 w 243"/>
                <a:gd name="T27" fmla="*/ 199 h 375"/>
                <a:gd name="T28" fmla="*/ 0 w 243"/>
                <a:gd name="T29" fmla="*/ 96 h 375"/>
                <a:gd name="T30" fmla="*/ 120 w 243"/>
                <a:gd name="T31" fmla="*/ 0 h 375"/>
                <a:gd name="T32" fmla="*/ 229 w 243"/>
                <a:gd name="T33" fmla="*/ 11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375">
                  <a:moveTo>
                    <a:pt x="229" y="11"/>
                  </a:moveTo>
                  <a:lnTo>
                    <a:pt x="226" y="49"/>
                  </a:lnTo>
                  <a:cubicBezTo>
                    <a:pt x="195" y="48"/>
                    <a:pt x="156" y="47"/>
                    <a:pt x="122" y="47"/>
                  </a:cubicBezTo>
                  <a:cubicBezTo>
                    <a:pt x="72" y="47"/>
                    <a:pt x="53" y="49"/>
                    <a:pt x="53" y="97"/>
                  </a:cubicBezTo>
                  <a:cubicBezTo>
                    <a:pt x="53" y="135"/>
                    <a:pt x="67" y="145"/>
                    <a:pt x="97" y="152"/>
                  </a:cubicBezTo>
                  <a:lnTo>
                    <a:pt x="169" y="172"/>
                  </a:lnTo>
                  <a:cubicBezTo>
                    <a:pt x="225" y="188"/>
                    <a:pt x="243" y="221"/>
                    <a:pt x="243" y="276"/>
                  </a:cubicBezTo>
                  <a:cubicBezTo>
                    <a:pt x="243" y="359"/>
                    <a:pt x="206" y="375"/>
                    <a:pt x="119" y="375"/>
                  </a:cubicBezTo>
                  <a:cubicBezTo>
                    <a:pt x="96" y="375"/>
                    <a:pt x="56" y="374"/>
                    <a:pt x="5" y="365"/>
                  </a:cubicBezTo>
                  <a:lnTo>
                    <a:pt x="9" y="326"/>
                  </a:lnTo>
                  <a:cubicBezTo>
                    <a:pt x="75" y="328"/>
                    <a:pt x="93" y="329"/>
                    <a:pt x="120" y="329"/>
                  </a:cubicBezTo>
                  <a:cubicBezTo>
                    <a:pt x="173" y="328"/>
                    <a:pt x="189" y="320"/>
                    <a:pt x="189" y="275"/>
                  </a:cubicBezTo>
                  <a:cubicBezTo>
                    <a:pt x="189" y="236"/>
                    <a:pt x="175" y="227"/>
                    <a:pt x="146" y="219"/>
                  </a:cubicBezTo>
                  <a:lnTo>
                    <a:pt x="72" y="199"/>
                  </a:lnTo>
                  <a:cubicBezTo>
                    <a:pt x="19" y="184"/>
                    <a:pt x="0" y="151"/>
                    <a:pt x="0" y="96"/>
                  </a:cubicBezTo>
                  <a:cubicBezTo>
                    <a:pt x="0" y="12"/>
                    <a:pt x="38" y="0"/>
                    <a:pt x="120" y="0"/>
                  </a:cubicBezTo>
                  <a:cubicBezTo>
                    <a:pt x="154" y="0"/>
                    <a:pt x="192" y="2"/>
                    <a:pt x="229" y="11"/>
                  </a:cubicBez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6" name="Rectangle 19"/>
            <p:cNvSpPr>
              <a:spLocks noChangeArrowheads="1"/>
            </p:cNvSpPr>
            <p:nvPr userDrawn="1"/>
          </p:nvSpPr>
          <p:spPr bwMode="auto">
            <a:xfrm>
              <a:off x="7834312" y="695058"/>
              <a:ext cx="19050" cy="128587"/>
            </a:xfrm>
            <a:prstGeom prst="rect">
              <a:avLst/>
            </a:pr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7" name="Freeform 20"/>
            <p:cNvSpPr>
              <a:spLocks/>
            </p:cNvSpPr>
            <p:nvPr userDrawn="1"/>
          </p:nvSpPr>
          <p:spPr bwMode="auto">
            <a:xfrm>
              <a:off x="7872413" y="695058"/>
              <a:ext cx="101600" cy="128587"/>
            </a:xfrm>
            <a:custGeom>
              <a:avLst/>
              <a:gdLst>
                <a:gd name="T0" fmla="*/ 168 w 283"/>
                <a:gd name="T1" fmla="*/ 47 h 363"/>
                <a:gd name="T2" fmla="*/ 168 w 283"/>
                <a:gd name="T3" fmla="*/ 363 h 363"/>
                <a:gd name="T4" fmla="*/ 114 w 283"/>
                <a:gd name="T5" fmla="*/ 363 h 363"/>
                <a:gd name="T6" fmla="*/ 114 w 283"/>
                <a:gd name="T7" fmla="*/ 47 h 363"/>
                <a:gd name="T8" fmla="*/ 0 w 283"/>
                <a:gd name="T9" fmla="*/ 47 h 363"/>
                <a:gd name="T10" fmla="*/ 0 w 283"/>
                <a:gd name="T11" fmla="*/ 0 h 363"/>
                <a:gd name="T12" fmla="*/ 283 w 283"/>
                <a:gd name="T13" fmla="*/ 0 h 363"/>
                <a:gd name="T14" fmla="*/ 283 w 283"/>
                <a:gd name="T15" fmla="*/ 47 h 363"/>
                <a:gd name="T16" fmla="*/ 168 w 283"/>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3" h="363">
                  <a:moveTo>
                    <a:pt x="168" y="47"/>
                  </a:moveTo>
                  <a:lnTo>
                    <a:pt x="168" y="363"/>
                  </a:lnTo>
                  <a:lnTo>
                    <a:pt x="114" y="363"/>
                  </a:lnTo>
                  <a:lnTo>
                    <a:pt x="114" y="47"/>
                  </a:lnTo>
                  <a:lnTo>
                    <a:pt x="0" y="47"/>
                  </a:lnTo>
                  <a:lnTo>
                    <a:pt x="0" y="0"/>
                  </a:lnTo>
                  <a:lnTo>
                    <a:pt x="283" y="0"/>
                  </a:lnTo>
                  <a:lnTo>
                    <a:pt x="283" y="47"/>
                  </a:lnTo>
                  <a:lnTo>
                    <a:pt x="168"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8" name="Freeform 21"/>
            <p:cNvSpPr>
              <a:spLocks noEditPoints="1"/>
            </p:cNvSpPr>
            <p:nvPr userDrawn="1"/>
          </p:nvSpPr>
          <p:spPr bwMode="auto">
            <a:xfrm>
              <a:off x="7969250" y="660133"/>
              <a:ext cx="114299" cy="163512"/>
            </a:xfrm>
            <a:custGeom>
              <a:avLst/>
              <a:gdLst>
                <a:gd name="T0" fmla="*/ 199 w 321"/>
                <a:gd name="T1" fmla="*/ 57 h 459"/>
                <a:gd name="T2" fmla="*/ 185 w 321"/>
                <a:gd name="T3" fmla="*/ 43 h 459"/>
                <a:gd name="T4" fmla="*/ 185 w 321"/>
                <a:gd name="T5" fmla="*/ 14 h 459"/>
                <a:gd name="T6" fmla="*/ 199 w 321"/>
                <a:gd name="T7" fmla="*/ 0 h 459"/>
                <a:gd name="T8" fmla="*/ 215 w 321"/>
                <a:gd name="T9" fmla="*/ 0 h 459"/>
                <a:gd name="T10" fmla="*/ 230 w 321"/>
                <a:gd name="T11" fmla="*/ 14 h 459"/>
                <a:gd name="T12" fmla="*/ 230 w 321"/>
                <a:gd name="T13" fmla="*/ 43 h 459"/>
                <a:gd name="T14" fmla="*/ 215 w 321"/>
                <a:gd name="T15" fmla="*/ 57 h 459"/>
                <a:gd name="T16" fmla="*/ 199 w 321"/>
                <a:gd name="T17" fmla="*/ 57 h 459"/>
                <a:gd name="T18" fmla="*/ 176 w 321"/>
                <a:gd name="T19" fmla="*/ 166 h 459"/>
                <a:gd name="T20" fmla="*/ 167 w 321"/>
                <a:gd name="T21" fmla="*/ 137 h 459"/>
                <a:gd name="T22" fmla="*/ 153 w 321"/>
                <a:gd name="T23" fmla="*/ 137 h 459"/>
                <a:gd name="T24" fmla="*/ 144 w 321"/>
                <a:gd name="T25" fmla="*/ 166 h 459"/>
                <a:gd name="T26" fmla="*/ 102 w 321"/>
                <a:gd name="T27" fmla="*/ 304 h 459"/>
                <a:gd name="T28" fmla="*/ 218 w 321"/>
                <a:gd name="T29" fmla="*/ 304 h 459"/>
                <a:gd name="T30" fmla="*/ 176 w 321"/>
                <a:gd name="T31" fmla="*/ 166 h 459"/>
                <a:gd name="T32" fmla="*/ 105 w 321"/>
                <a:gd name="T33" fmla="*/ 57 h 459"/>
                <a:gd name="T34" fmla="*/ 92 w 321"/>
                <a:gd name="T35" fmla="*/ 43 h 459"/>
                <a:gd name="T36" fmla="*/ 92 w 321"/>
                <a:gd name="T37" fmla="*/ 14 h 459"/>
                <a:gd name="T38" fmla="*/ 105 w 321"/>
                <a:gd name="T39" fmla="*/ 0 h 459"/>
                <a:gd name="T40" fmla="*/ 122 w 321"/>
                <a:gd name="T41" fmla="*/ 0 h 459"/>
                <a:gd name="T42" fmla="*/ 136 w 321"/>
                <a:gd name="T43" fmla="*/ 14 h 459"/>
                <a:gd name="T44" fmla="*/ 136 w 321"/>
                <a:gd name="T45" fmla="*/ 43 h 459"/>
                <a:gd name="T46" fmla="*/ 122 w 321"/>
                <a:gd name="T47" fmla="*/ 57 h 459"/>
                <a:gd name="T48" fmla="*/ 105 w 321"/>
                <a:gd name="T49" fmla="*/ 57 h 459"/>
                <a:gd name="T50" fmla="*/ 88 w 321"/>
                <a:gd name="T51" fmla="*/ 350 h 459"/>
                <a:gd name="T52" fmla="*/ 54 w 321"/>
                <a:gd name="T53" fmla="*/ 459 h 459"/>
                <a:gd name="T54" fmla="*/ 0 w 321"/>
                <a:gd name="T55" fmla="*/ 459 h 459"/>
                <a:gd name="T56" fmla="*/ 114 w 321"/>
                <a:gd name="T57" fmla="*/ 110 h 459"/>
                <a:gd name="T58" fmla="*/ 133 w 321"/>
                <a:gd name="T59" fmla="*/ 96 h 459"/>
                <a:gd name="T60" fmla="*/ 187 w 321"/>
                <a:gd name="T61" fmla="*/ 96 h 459"/>
                <a:gd name="T62" fmla="*/ 206 w 321"/>
                <a:gd name="T63" fmla="*/ 110 h 459"/>
                <a:gd name="T64" fmla="*/ 321 w 321"/>
                <a:gd name="T65" fmla="*/ 459 h 459"/>
                <a:gd name="T66" fmla="*/ 266 w 321"/>
                <a:gd name="T67" fmla="*/ 459 h 459"/>
                <a:gd name="T68" fmla="*/ 233 w 321"/>
                <a:gd name="T69" fmla="*/ 350 h 459"/>
                <a:gd name="T70" fmla="*/ 88 w 321"/>
                <a:gd name="T71" fmla="*/ 350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21" h="459">
                  <a:moveTo>
                    <a:pt x="199" y="57"/>
                  </a:moveTo>
                  <a:cubicBezTo>
                    <a:pt x="189" y="57"/>
                    <a:pt x="185" y="53"/>
                    <a:pt x="185" y="43"/>
                  </a:cubicBezTo>
                  <a:lnTo>
                    <a:pt x="185" y="14"/>
                  </a:lnTo>
                  <a:cubicBezTo>
                    <a:pt x="185" y="6"/>
                    <a:pt x="189" y="0"/>
                    <a:pt x="199" y="0"/>
                  </a:cubicBezTo>
                  <a:lnTo>
                    <a:pt x="215" y="0"/>
                  </a:lnTo>
                  <a:cubicBezTo>
                    <a:pt x="224" y="0"/>
                    <a:pt x="230" y="6"/>
                    <a:pt x="230" y="14"/>
                  </a:cubicBezTo>
                  <a:lnTo>
                    <a:pt x="230" y="43"/>
                  </a:lnTo>
                  <a:cubicBezTo>
                    <a:pt x="230" y="53"/>
                    <a:pt x="224" y="57"/>
                    <a:pt x="215" y="57"/>
                  </a:cubicBezTo>
                  <a:lnTo>
                    <a:pt x="199" y="57"/>
                  </a:lnTo>
                  <a:close/>
                  <a:moveTo>
                    <a:pt x="176" y="166"/>
                  </a:moveTo>
                  <a:cubicBezTo>
                    <a:pt x="173" y="157"/>
                    <a:pt x="170" y="146"/>
                    <a:pt x="167" y="137"/>
                  </a:cubicBezTo>
                  <a:lnTo>
                    <a:pt x="153" y="137"/>
                  </a:lnTo>
                  <a:cubicBezTo>
                    <a:pt x="150" y="146"/>
                    <a:pt x="147" y="157"/>
                    <a:pt x="144" y="166"/>
                  </a:cubicBezTo>
                  <a:lnTo>
                    <a:pt x="102" y="304"/>
                  </a:lnTo>
                  <a:lnTo>
                    <a:pt x="218" y="304"/>
                  </a:lnTo>
                  <a:lnTo>
                    <a:pt x="176" y="166"/>
                  </a:lnTo>
                  <a:close/>
                  <a:moveTo>
                    <a:pt x="105" y="57"/>
                  </a:moveTo>
                  <a:cubicBezTo>
                    <a:pt x="96" y="57"/>
                    <a:pt x="92" y="53"/>
                    <a:pt x="92" y="43"/>
                  </a:cubicBezTo>
                  <a:lnTo>
                    <a:pt x="92" y="14"/>
                  </a:lnTo>
                  <a:cubicBezTo>
                    <a:pt x="92" y="6"/>
                    <a:pt x="96" y="0"/>
                    <a:pt x="105" y="0"/>
                  </a:cubicBezTo>
                  <a:lnTo>
                    <a:pt x="122" y="0"/>
                  </a:lnTo>
                  <a:cubicBezTo>
                    <a:pt x="132" y="0"/>
                    <a:pt x="136" y="6"/>
                    <a:pt x="136" y="14"/>
                  </a:cubicBezTo>
                  <a:lnTo>
                    <a:pt x="136" y="43"/>
                  </a:lnTo>
                  <a:cubicBezTo>
                    <a:pt x="136" y="53"/>
                    <a:pt x="132" y="57"/>
                    <a:pt x="122" y="57"/>
                  </a:cubicBezTo>
                  <a:lnTo>
                    <a:pt x="105" y="57"/>
                  </a:lnTo>
                  <a:close/>
                  <a:moveTo>
                    <a:pt x="88" y="350"/>
                  </a:moveTo>
                  <a:lnTo>
                    <a:pt x="54" y="459"/>
                  </a:lnTo>
                  <a:lnTo>
                    <a:pt x="0" y="459"/>
                  </a:lnTo>
                  <a:lnTo>
                    <a:pt x="114" y="110"/>
                  </a:lnTo>
                  <a:cubicBezTo>
                    <a:pt x="116" y="102"/>
                    <a:pt x="124" y="96"/>
                    <a:pt x="133" y="96"/>
                  </a:cubicBezTo>
                  <a:lnTo>
                    <a:pt x="187" y="96"/>
                  </a:lnTo>
                  <a:cubicBezTo>
                    <a:pt x="196" y="96"/>
                    <a:pt x="204" y="102"/>
                    <a:pt x="206" y="110"/>
                  </a:cubicBezTo>
                  <a:lnTo>
                    <a:pt x="321" y="459"/>
                  </a:lnTo>
                  <a:lnTo>
                    <a:pt x="266" y="459"/>
                  </a:lnTo>
                  <a:lnTo>
                    <a:pt x="233" y="350"/>
                  </a:lnTo>
                  <a:lnTo>
                    <a:pt x="88" y="350"/>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sp>
          <p:nvSpPr>
            <p:cNvPr id="29" name="Freeform 22"/>
            <p:cNvSpPr>
              <a:spLocks/>
            </p:cNvSpPr>
            <p:nvPr userDrawn="1"/>
          </p:nvSpPr>
          <p:spPr bwMode="auto">
            <a:xfrm>
              <a:off x="8078788" y="695058"/>
              <a:ext cx="100012" cy="128587"/>
            </a:xfrm>
            <a:custGeom>
              <a:avLst/>
              <a:gdLst>
                <a:gd name="T0" fmla="*/ 167 w 282"/>
                <a:gd name="T1" fmla="*/ 47 h 363"/>
                <a:gd name="T2" fmla="*/ 167 w 282"/>
                <a:gd name="T3" fmla="*/ 363 h 363"/>
                <a:gd name="T4" fmla="*/ 114 w 282"/>
                <a:gd name="T5" fmla="*/ 363 h 363"/>
                <a:gd name="T6" fmla="*/ 114 w 282"/>
                <a:gd name="T7" fmla="*/ 47 h 363"/>
                <a:gd name="T8" fmla="*/ 0 w 282"/>
                <a:gd name="T9" fmla="*/ 47 h 363"/>
                <a:gd name="T10" fmla="*/ 0 w 282"/>
                <a:gd name="T11" fmla="*/ 0 h 363"/>
                <a:gd name="T12" fmla="*/ 282 w 282"/>
                <a:gd name="T13" fmla="*/ 0 h 363"/>
                <a:gd name="T14" fmla="*/ 282 w 282"/>
                <a:gd name="T15" fmla="*/ 47 h 363"/>
                <a:gd name="T16" fmla="*/ 167 w 282"/>
                <a:gd name="T17" fmla="*/ 47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2" h="363">
                  <a:moveTo>
                    <a:pt x="167" y="47"/>
                  </a:moveTo>
                  <a:lnTo>
                    <a:pt x="167" y="363"/>
                  </a:lnTo>
                  <a:lnTo>
                    <a:pt x="114" y="363"/>
                  </a:lnTo>
                  <a:lnTo>
                    <a:pt x="114" y="47"/>
                  </a:lnTo>
                  <a:lnTo>
                    <a:pt x="0" y="47"/>
                  </a:lnTo>
                  <a:lnTo>
                    <a:pt x="0" y="0"/>
                  </a:lnTo>
                  <a:lnTo>
                    <a:pt x="282" y="0"/>
                  </a:lnTo>
                  <a:lnTo>
                    <a:pt x="282" y="47"/>
                  </a:lnTo>
                  <a:lnTo>
                    <a:pt x="167" y="47"/>
                  </a:lnTo>
                  <a:close/>
                </a:path>
              </a:pathLst>
            </a:custGeom>
            <a:solidFill>
              <a:srgbClr val="909085"/>
            </a:solidFill>
            <a:ln>
              <a:noFill/>
            </a:ln>
          </p:spPr>
          <p:txBody>
            <a:bodyPr vert="horz" wrap="square" lIns="91440" tIns="45720" rIns="91440" bIns="45720" numCol="1" anchor="t" anchorCtr="0" compatLnSpc="1">
              <a:prstTxWarp prst="textNoShape">
                <a:avLst/>
              </a:prstTxWarp>
            </a:bodyPr>
            <a:lstStyle/>
            <a:p>
              <a:endParaRPr lang="de-DE" sz="2381"/>
            </a:p>
          </p:txBody>
        </p:sp>
      </p:grpSp>
      <p:cxnSp>
        <p:nvCxnSpPr>
          <p:cNvPr id="8" name="Gerade Verbindung 7"/>
          <p:cNvCxnSpPr/>
          <p:nvPr/>
        </p:nvCxnSpPr>
        <p:spPr>
          <a:xfrm>
            <a:off x="380082" y="6381636"/>
            <a:ext cx="11431837"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4829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p:txStyles>
    <p:titleStyle>
      <a:lvl1pPr algn="l" defTabSz="1209477" rtl="0" eaLnBrk="1" latinLnBrk="0" hangingPunct="1">
        <a:lnSpc>
          <a:spcPts val="3439"/>
        </a:lnSpc>
        <a:spcBef>
          <a:spcPts val="794"/>
        </a:spcBef>
        <a:buNone/>
        <a:defRPr sz="3174" kern="1200" cap="all" baseline="0">
          <a:solidFill>
            <a:schemeClr val="accent3"/>
          </a:solidFill>
          <a:latin typeface="Exo 2 Semi Bold" pitchFamily="50" charset="0"/>
          <a:ea typeface="+mj-ea"/>
          <a:cs typeface="+mj-cs"/>
        </a:defRPr>
      </a:lvl1pPr>
    </p:titleStyle>
    <p:bodyStyle>
      <a:lvl1pPr marL="285703" indent="-285703" algn="l" defTabSz="1209477" rtl="0" eaLnBrk="1" latinLnBrk="0" hangingPunct="1">
        <a:spcBef>
          <a:spcPts val="794"/>
        </a:spcBef>
        <a:spcAft>
          <a:spcPts val="794"/>
        </a:spcAft>
        <a:buFont typeface="Calibri" panose="020F0502020204030204" pitchFamily="34" charset="0"/>
        <a:buChar char="−"/>
        <a:defRPr sz="2645" kern="1200">
          <a:solidFill>
            <a:schemeClr val="accent2"/>
          </a:solidFill>
          <a:latin typeface="+mn-lt"/>
          <a:ea typeface="+mn-ea"/>
          <a:cs typeface="+mn-cs"/>
        </a:defRPr>
      </a:lvl1pPr>
      <a:lvl2pPr marL="571406" indent="-285703" algn="l" defTabSz="1209477" rtl="0" eaLnBrk="1" latinLnBrk="0" hangingPunct="1">
        <a:spcBef>
          <a:spcPts val="794"/>
        </a:spcBef>
        <a:spcAft>
          <a:spcPts val="397"/>
        </a:spcAft>
        <a:buFont typeface="Calibri" panose="020F0502020204030204" pitchFamily="34" charset="0"/>
        <a:buChar char="−"/>
        <a:defRPr sz="2645" kern="1200">
          <a:solidFill>
            <a:schemeClr val="accent2"/>
          </a:solidFill>
          <a:latin typeface="+mn-lt"/>
          <a:ea typeface="+mn-ea"/>
          <a:cs typeface="+mn-cs"/>
        </a:defRPr>
      </a:lvl2pPr>
      <a:lvl3pPr marL="857110" indent="-285703" algn="l" defTabSz="1209477" rtl="0" eaLnBrk="1" latinLnBrk="0" hangingPunct="1">
        <a:spcBef>
          <a:spcPts val="397"/>
        </a:spcBef>
        <a:spcAft>
          <a:spcPts val="397"/>
        </a:spcAft>
        <a:buFont typeface="Calibri" panose="020F0502020204030204" pitchFamily="34" charset="0"/>
        <a:buChar char="−"/>
        <a:defRPr sz="2645" kern="1200">
          <a:solidFill>
            <a:schemeClr val="accent2"/>
          </a:solidFill>
          <a:latin typeface="+mn-lt"/>
          <a:ea typeface="+mn-ea"/>
          <a:cs typeface="+mn-cs"/>
        </a:defRPr>
      </a:lvl3pPr>
      <a:lvl4pPr marL="1142813" indent="-285703" algn="l" defTabSz="1209477" rtl="0" eaLnBrk="1" latinLnBrk="0" hangingPunct="1">
        <a:spcBef>
          <a:spcPts val="397"/>
        </a:spcBef>
        <a:buFont typeface="Calibri" panose="020F0502020204030204" pitchFamily="34" charset="0"/>
        <a:buChar char="−"/>
        <a:defRPr sz="2645" kern="1200">
          <a:solidFill>
            <a:schemeClr val="accent2"/>
          </a:solidFill>
          <a:latin typeface="+mn-lt"/>
          <a:ea typeface="+mn-ea"/>
          <a:cs typeface="+mn-cs"/>
        </a:defRPr>
      </a:lvl4pPr>
      <a:lvl5pPr marL="1428516" indent="-285703" algn="l" defTabSz="1209477" rtl="0" eaLnBrk="1" latinLnBrk="0" hangingPunct="1">
        <a:spcBef>
          <a:spcPts val="0"/>
        </a:spcBef>
        <a:buFont typeface="Calibri" panose="020F0502020204030204" pitchFamily="34" charset="0"/>
        <a:buChar char="−"/>
        <a:defRPr sz="2645" kern="1200">
          <a:solidFill>
            <a:schemeClr val="accent2"/>
          </a:solidFill>
          <a:latin typeface="+mn-lt"/>
          <a:ea typeface="+mn-ea"/>
          <a:cs typeface="+mn-cs"/>
        </a:defRPr>
      </a:lvl5pPr>
      <a:lvl6pPr marL="3326061" indent="-302369" algn="l" defTabSz="1209477" rtl="0" eaLnBrk="1" latinLnBrk="0" hangingPunct="1">
        <a:spcBef>
          <a:spcPct val="20000"/>
        </a:spcBef>
        <a:buFont typeface="Arial" panose="020B0604020202020204" pitchFamily="34" charset="0"/>
        <a:buChar char="•"/>
        <a:defRPr sz="2645" kern="1200">
          <a:solidFill>
            <a:schemeClr val="tx1"/>
          </a:solidFill>
          <a:latin typeface="+mn-lt"/>
          <a:ea typeface="+mn-ea"/>
          <a:cs typeface="+mn-cs"/>
        </a:defRPr>
      </a:lvl6pPr>
      <a:lvl7pPr marL="3930800" indent="-302369" algn="l" defTabSz="1209477" rtl="0" eaLnBrk="1" latinLnBrk="0" hangingPunct="1">
        <a:spcBef>
          <a:spcPct val="20000"/>
        </a:spcBef>
        <a:buFont typeface="Arial" panose="020B0604020202020204" pitchFamily="34" charset="0"/>
        <a:buChar char="•"/>
        <a:defRPr sz="2645" kern="1200">
          <a:solidFill>
            <a:schemeClr val="tx1"/>
          </a:solidFill>
          <a:latin typeface="+mn-lt"/>
          <a:ea typeface="+mn-ea"/>
          <a:cs typeface="+mn-cs"/>
        </a:defRPr>
      </a:lvl7pPr>
      <a:lvl8pPr marL="4535538" indent="-302369" algn="l" defTabSz="1209477" rtl="0" eaLnBrk="1" latinLnBrk="0" hangingPunct="1">
        <a:spcBef>
          <a:spcPct val="20000"/>
        </a:spcBef>
        <a:buFont typeface="Arial" panose="020B0604020202020204" pitchFamily="34" charset="0"/>
        <a:buChar char="•"/>
        <a:defRPr sz="2645" kern="1200">
          <a:solidFill>
            <a:schemeClr val="tx1"/>
          </a:solidFill>
          <a:latin typeface="+mn-lt"/>
          <a:ea typeface="+mn-ea"/>
          <a:cs typeface="+mn-cs"/>
        </a:defRPr>
      </a:lvl8pPr>
      <a:lvl9pPr marL="5140277" indent="-302369" algn="l" defTabSz="1209477" rtl="0" eaLnBrk="1" latinLnBrk="0" hangingPunct="1">
        <a:spcBef>
          <a:spcPct val="20000"/>
        </a:spcBef>
        <a:buFont typeface="Arial" panose="020B0604020202020204" pitchFamily="34" charset="0"/>
        <a:buChar char="•"/>
        <a:defRPr sz="2645" kern="1200">
          <a:solidFill>
            <a:schemeClr val="tx1"/>
          </a:solidFill>
          <a:latin typeface="+mn-lt"/>
          <a:ea typeface="+mn-ea"/>
          <a:cs typeface="+mn-cs"/>
        </a:defRPr>
      </a:lvl9pPr>
    </p:bodyStyle>
    <p:otherStyle>
      <a:defPPr>
        <a:defRPr lang="de-DE"/>
      </a:defPPr>
      <a:lvl1pPr marL="0" algn="l" defTabSz="1209477" rtl="0" eaLnBrk="1" latinLnBrk="0" hangingPunct="1">
        <a:defRPr sz="2381" kern="1200">
          <a:solidFill>
            <a:schemeClr val="tx1"/>
          </a:solidFill>
          <a:latin typeface="+mn-lt"/>
          <a:ea typeface="+mn-ea"/>
          <a:cs typeface="+mn-cs"/>
        </a:defRPr>
      </a:lvl1pPr>
      <a:lvl2pPr marL="604738" algn="l" defTabSz="1209477" rtl="0" eaLnBrk="1" latinLnBrk="0" hangingPunct="1">
        <a:defRPr sz="2381" kern="1200">
          <a:solidFill>
            <a:schemeClr val="tx1"/>
          </a:solidFill>
          <a:latin typeface="+mn-lt"/>
          <a:ea typeface="+mn-ea"/>
          <a:cs typeface="+mn-cs"/>
        </a:defRPr>
      </a:lvl2pPr>
      <a:lvl3pPr marL="1209477" algn="l" defTabSz="1209477" rtl="0" eaLnBrk="1" latinLnBrk="0" hangingPunct="1">
        <a:defRPr sz="2381" kern="1200">
          <a:solidFill>
            <a:schemeClr val="tx1"/>
          </a:solidFill>
          <a:latin typeface="+mn-lt"/>
          <a:ea typeface="+mn-ea"/>
          <a:cs typeface="+mn-cs"/>
        </a:defRPr>
      </a:lvl3pPr>
      <a:lvl4pPr marL="1814215" algn="l" defTabSz="1209477" rtl="0" eaLnBrk="1" latinLnBrk="0" hangingPunct="1">
        <a:defRPr sz="2381" kern="1200">
          <a:solidFill>
            <a:schemeClr val="tx1"/>
          </a:solidFill>
          <a:latin typeface="+mn-lt"/>
          <a:ea typeface="+mn-ea"/>
          <a:cs typeface="+mn-cs"/>
        </a:defRPr>
      </a:lvl4pPr>
      <a:lvl5pPr marL="2418954" algn="l" defTabSz="1209477" rtl="0" eaLnBrk="1" latinLnBrk="0" hangingPunct="1">
        <a:defRPr sz="2381" kern="1200">
          <a:solidFill>
            <a:schemeClr val="tx1"/>
          </a:solidFill>
          <a:latin typeface="+mn-lt"/>
          <a:ea typeface="+mn-ea"/>
          <a:cs typeface="+mn-cs"/>
        </a:defRPr>
      </a:lvl5pPr>
      <a:lvl6pPr marL="3023692" algn="l" defTabSz="1209477" rtl="0" eaLnBrk="1" latinLnBrk="0" hangingPunct="1">
        <a:defRPr sz="2381" kern="1200">
          <a:solidFill>
            <a:schemeClr val="tx1"/>
          </a:solidFill>
          <a:latin typeface="+mn-lt"/>
          <a:ea typeface="+mn-ea"/>
          <a:cs typeface="+mn-cs"/>
        </a:defRPr>
      </a:lvl6pPr>
      <a:lvl7pPr marL="3628431" algn="l" defTabSz="1209477" rtl="0" eaLnBrk="1" latinLnBrk="0" hangingPunct="1">
        <a:defRPr sz="2381" kern="1200">
          <a:solidFill>
            <a:schemeClr val="tx1"/>
          </a:solidFill>
          <a:latin typeface="+mn-lt"/>
          <a:ea typeface="+mn-ea"/>
          <a:cs typeface="+mn-cs"/>
        </a:defRPr>
      </a:lvl7pPr>
      <a:lvl8pPr marL="4233169" algn="l" defTabSz="1209477" rtl="0" eaLnBrk="1" latinLnBrk="0" hangingPunct="1">
        <a:defRPr sz="2381" kern="1200">
          <a:solidFill>
            <a:schemeClr val="tx1"/>
          </a:solidFill>
          <a:latin typeface="+mn-lt"/>
          <a:ea typeface="+mn-ea"/>
          <a:cs typeface="+mn-cs"/>
        </a:defRPr>
      </a:lvl8pPr>
      <a:lvl9pPr marL="4837908" algn="l" defTabSz="1209477" rtl="0" eaLnBrk="1" latinLnBrk="0" hangingPunct="1">
        <a:defRPr sz="238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class_balance.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9.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10.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notesSlide" Target="../notesSlides/notesSlide1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777240" y="1143000"/>
            <a:ext cx="9875520" cy="8229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3000" b="1">
                <a:solidFill>
                  <a:srgbClr val="004B82"/>
                </a:solidFill>
                <a:latin typeface="Exo 2"/>
              </a:rPr>
              <a:t>Corporate Bankruptcy Risk Prediction</a:t>
            </a:r>
            <a:br/>
            <a:r>
              <a:rPr sz="3000" b="1">
                <a:solidFill>
                  <a:srgbClr val="004B82"/>
                </a:solidFill>
                <a:latin typeface="Exo 2"/>
              </a:rPr>
              <a:t>with Machine Learning</a:t>
            </a:r>
          </a:p>
        </p:txBody>
      </p:sp>
      <p:sp>
        <p:nvSpPr>
          <p:cNvPr id="4" name="Rectangle 3"/>
          <p:cNvSpPr/>
          <p:nvPr/>
        </p:nvSpPr>
        <p:spPr>
          <a:xfrm>
            <a:off x="804672" y="2057400"/>
            <a:ext cx="960120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800" b="0">
                <a:solidFill>
                  <a:srgbClr val="545B63"/>
                </a:solidFill>
                <a:latin typeface="Exo 2"/>
              </a:rPr>
              <a:t>Comparing Interpretable Logistic Regression and Tree-Based Models</a:t>
            </a:r>
          </a:p>
        </p:txBody>
      </p:sp>
      <p:sp>
        <p:nvSpPr>
          <p:cNvPr id="5" name="Rectangle 4"/>
          <p:cNvSpPr/>
          <p:nvPr/>
        </p:nvSpPr>
        <p:spPr>
          <a:xfrm>
            <a:off x="804672" y="3063240"/>
            <a:ext cx="3840480" cy="1280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500" b="0">
                <a:solidFill>
                  <a:srgbClr val="1E2226"/>
                </a:solidFill>
                <a:latin typeface="Exo 2"/>
              </a:rPr>
              <a:t>Berke Pehlivan</a:t>
            </a:r>
            <a:br/>
            <a:r>
              <a:rPr sz="1500" b="0">
                <a:solidFill>
                  <a:srgbClr val="1E2226"/>
                </a:solidFill>
                <a:latin typeface="Exo 2"/>
              </a:rPr>
              <a:t>Machine Learning for Finance</a:t>
            </a:r>
            <a:br/>
            <a:r>
              <a:rPr sz="1500" b="0">
                <a:solidFill>
                  <a:srgbClr val="1E2226"/>
                </a:solidFill>
                <a:latin typeface="Exo 2"/>
              </a:rPr>
              <a:t>University of Bonn</a:t>
            </a:r>
            <a:br/>
            <a:r>
              <a:rPr sz="1500" b="0">
                <a:solidFill>
                  <a:srgbClr val="1E2226"/>
                </a:solidFill>
                <a:latin typeface="Exo 2"/>
              </a:rPr>
              <a:t>Academic Year 2025/2026</a:t>
            </a:r>
          </a:p>
        </p:txBody>
      </p:sp>
      <p:sp>
        <p:nvSpPr>
          <p:cNvPr id="6" name="Rounded Rectangle 5"/>
          <p:cNvSpPr/>
          <p:nvPr/>
        </p:nvSpPr>
        <p:spPr>
          <a:xfrm>
            <a:off x="7223760" y="2880360"/>
            <a:ext cx="3474720" cy="155448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Presentation focus</a:t>
            </a:r>
          </a:p>
          <a:p>
            <a:pPr/>
            <a:r>
              <a:rPr sz="1400">
                <a:solidFill>
                  <a:srgbClr val="1E2226"/>
                </a:solidFill>
                <a:latin typeface="Exo 2"/>
              </a:rPr>
              <a:t>Rare failures</a:t>
            </a:r>
          </a:p>
          <a:p>
            <a:pPr/>
            <a:r>
              <a:rPr sz="1400">
                <a:solidFill>
                  <a:srgbClr val="1E2226"/>
                </a:solidFill>
                <a:latin typeface="Exo 2"/>
              </a:rPr>
              <a:t>False alarms</a:t>
            </a:r>
          </a:p>
          <a:p>
            <a:pPr/>
            <a:r>
              <a:rPr sz="1400">
                <a:solidFill>
                  <a:srgbClr val="1E2226"/>
                </a:solidFill>
                <a:latin typeface="Exo 2"/>
              </a:rPr>
              <a:t>Model trade-offs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Motivation and Research Question</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2</a:t>
            </a:r>
          </a:p>
        </p:txBody>
      </p:sp>
      <p:sp>
        <p:nvSpPr>
          <p:cNvPr id="6" name="Rounded Rectangle 5"/>
          <p:cNvSpPr/>
          <p:nvPr/>
        </p:nvSpPr>
        <p:spPr>
          <a:xfrm>
            <a:off x="777240" y="1234440"/>
            <a:ext cx="3291840" cy="146304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Why it matters</a:t>
            </a:r>
          </a:p>
          <a:p>
            <a:pPr/>
            <a:r>
              <a:rPr sz="1300">
                <a:solidFill>
                  <a:srgbClr val="1E2226"/>
                </a:solidFill>
                <a:latin typeface="Exo 2"/>
              </a:rPr>
              <a:t>Bankruptcy can create losses for lenders, investors, auditors, and other stakeholders.</a:t>
            </a:r>
          </a:p>
        </p:txBody>
      </p:sp>
      <p:sp>
        <p:nvSpPr>
          <p:cNvPr id="7" name="Rounded Rectangle 6"/>
          <p:cNvSpPr/>
          <p:nvPr/>
        </p:nvSpPr>
        <p:spPr>
          <a:xfrm>
            <a:off x="4434840" y="1234440"/>
            <a:ext cx="3291840" cy="146304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355C"/>
                </a:solidFill>
                <a:latin typeface="Exo 2"/>
              </a:rPr>
              <a:t>Why it is difficult</a:t>
            </a:r>
          </a:p>
          <a:p>
            <a:pPr/>
            <a:r>
              <a:rPr sz="1300">
                <a:solidFill>
                  <a:srgbClr val="1E2226"/>
                </a:solidFill>
                <a:latin typeface="Exo 2"/>
              </a:rPr>
              <a:t>Failed observations are rare. Accuracy can look high even when no failures are detected.</a:t>
            </a:r>
          </a:p>
        </p:txBody>
      </p:sp>
      <p:sp>
        <p:nvSpPr>
          <p:cNvPr id="8" name="Rounded Rectangle 7"/>
          <p:cNvSpPr/>
          <p:nvPr/>
        </p:nvSpPr>
        <p:spPr>
          <a:xfrm>
            <a:off x="8092440" y="1234440"/>
            <a:ext cx="3108960" cy="146304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Core tension</a:t>
            </a:r>
          </a:p>
          <a:p>
            <a:pPr/>
            <a:r>
              <a:rPr sz="1300">
                <a:solidFill>
                  <a:srgbClr val="1E2226"/>
                </a:solidFill>
                <a:latin typeface="Exo 2"/>
              </a:rPr>
              <a:t>Detect more failures, but avoid creating an impractical review burden.</a:t>
            </a:r>
          </a:p>
        </p:txBody>
      </p:sp>
      <p:sp>
        <p:nvSpPr>
          <p:cNvPr id="9" name="Rounded Rectangle 8"/>
          <p:cNvSpPr/>
          <p:nvPr/>
        </p:nvSpPr>
        <p:spPr>
          <a:xfrm>
            <a:off x="914400" y="3246120"/>
            <a:ext cx="10058400" cy="1143000"/>
          </a:xfrm>
          <a:prstGeom prst="round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100" b="1">
                <a:solidFill>
                  <a:srgbClr val="FFFFFF"/>
                </a:solidFill>
                <a:latin typeface="Exo 2"/>
              </a:rPr>
              <a:t>How well can interpretable and tree-based models identify failed company-year observations,</a:t>
            </a:r>
            <a:br/>
            <a:r>
              <a:rPr sz="2100" b="1">
                <a:solidFill>
                  <a:srgbClr val="FFFFFF"/>
                </a:solidFill>
                <a:latin typeface="Exo 2"/>
              </a:rPr>
              <a:t>and how do they balance failure detection against false alarms?</a:t>
            </a:r>
          </a:p>
        </p:txBody>
      </p:sp>
      <p:sp>
        <p:nvSpPr>
          <p:cNvPr id="10" name="Rounded Rectangle 9"/>
          <p:cNvSpPr/>
          <p:nvPr/>
        </p:nvSpPr>
        <p:spPr>
          <a:xfrm>
            <a:off x="1143000" y="4800600"/>
            <a:ext cx="9601200" cy="502920"/>
          </a:xfrm>
          <a:prstGeom prst="roundRect">
            <a:avLst/>
          </a:prstGeom>
          <a:solidFill>
            <a:srgbClr val="F3F6F8"/>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600" b="0">
                <a:solidFill>
                  <a:srgbClr val="1E2226"/>
                </a:solidFill>
                <a:latin typeface="Exo 2"/>
              </a:rPr>
              <a:t>Main story: not one universal winning model, but different screening trade-offs.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Data and Class Imbalance</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3</a:t>
            </a:r>
          </a:p>
        </p:txBody>
      </p:sp>
      <p:pic>
        <p:nvPicPr>
          <p:cNvPr id="6" name="Class distribution figure" descr="image.png"/>
          <p:cNvPicPr>
            <a:picLocks noChangeAspect="1"/>
          </p:cNvPicPr>
          <p:nvPr/>
        </p:nvPicPr>
        <p:blipFill>
          <a:blip r:embed="rId4"/>
          <a:stretch>
            <a:fillRect/>
          </a:stretch>
        </p:blipFill>
        <p:spPr>
          <a:xfrm>
            <a:off x="731520" y="1585985"/>
            <a:ext cx="6492240" cy="4006069"/>
          </a:xfrm>
          <a:prstGeom prst="rect">
            <a:avLst/>
          </a:prstGeom>
        </p:spPr>
      </p:pic>
      <p:sp>
        <p:nvSpPr>
          <p:cNvPr id="7" name="Rounded Rectangle 6"/>
          <p:cNvSpPr/>
          <p:nvPr/>
        </p:nvSpPr>
        <p:spPr>
          <a:xfrm>
            <a:off x="7543800" y="1234440"/>
            <a:ext cx="1600200" cy="868680"/>
          </a:xfrm>
          <a:prstGeom prst="roundRect">
            <a:avLst/>
          </a:prstGeom>
          <a:solidFill>
            <a:srgbClr val="FFFFFF"/>
          </a:solidFill>
          <a:ln w="15240">
            <a:solidFill>
              <a:srgbClr val="004B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2200" b="1">
                <a:solidFill>
                  <a:srgbClr val="004B82"/>
                </a:solidFill>
                <a:latin typeface="Exo 2"/>
              </a:rPr>
              <a:t>78,682</a:t>
            </a:r>
          </a:p>
          <a:p>
            <a:pPr algn="ctr"/>
            <a:r>
              <a:rPr sz="1050">
                <a:solidFill>
                  <a:srgbClr val="545B63"/>
                </a:solidFill>
                <a:latin typeface="Exo 2"/>
              </a:rPr>
              <a:t>company-year observations</a:t>
            </a:r>
          </a:p>
        </p:txBody>
      </p:sp>
      <p:sp>
        <p:nvSpPr>
          <p:cNvPr id="8" name="Rounded Rectangle 7"/>
          <p:cNvSpPr/>
          <p:nvPr/>
        </p:nvSpPr>
        <p:spPr>
          <a:xfrm>
            <a:off x="9372600" y="1234440"/>
            <a:ext cx="1600200" cy="868680"/>
          </a:xfrm>
          <a:prstGeom prst="roundRect">
            <a:avLst/>
          </a:prstGeom>
          <a:solidFill>
            <a:srgbClr val="FFFFFF"/>
          </a:solidFill>
          <a:ln w="15240">
            <a:solidFill>
              <a:srgbClr val="004B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2200" b="1">
                <a:solidFill>
                  <a:srgbClr val="004B82"/>
                </a:solidFill>
                <a:latin typeface="Exo 2"/>
              </a:rPr>
              <a:t>8,971</a:t>
            </a:r>
          </a:p>
          <a:p>
            <a:pPr algn="ctr"/>
            <a:r>
              <a:rPr sz="1050">
                <a:solidFill>
                  <a:srgbClr val="545B63"/>
                </a:solidFill>
                <a:latin typeface="Exo 2"/>
              </a:rPr>
              <a:t>American companies</a:t>
            </a:r>
          </a:p>
        </p:txBody>
      </p:sp>
      <p:sp>
        <p:nvSpPr>
          <p:cNvPr id="9" name="Rounded Rectangle 8"/>
          <p:cNvSpPr/>
          <p:nvPr/>
        </p:nvSpPr>
        <p:spPr>
          <a:xfrm>
            <a:off x="7543800" y="2331720"/>
            <a:ext cx="1600200" cy="868680"/>
          </a:xfrm>
          <a:prstGeom prst="roundRect">
            <a:avLst/>
          </a:prstGeom>
          <a:solidFill>
            <a:srgbClr val="FFFFFF"/>
          </a:solidFill>
          <a:ln w="15240">
            <a:solidFill>
              <a:srgbClr val="004B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2200" b="1">
                <a:solidFill>
                  <a:srgbClr val="004B82"/>
                </a:solidFill>
                <a:latin typeface="Exo 2"/>
              </a:rPr>
              <a:t>1999–2018</a:t>
            </a:r>
          </a:p>
          <a:p>
            <a:pPr algn="ctr"/>
            <a:r>
              <a:rPr sz="1050">
                <a:solidFill>
                  <a:srgbClr val="545B63"/>
                </a:solidFill>
                <a:latin typeface="Exo 2"/>
              </a:rPr>
              <a:t>sample period</a:t>
            </a:r>
          </a:p>
        </p:txBody>
      </p:sp>
      <p:sp>
        <p:nvSpPr>
          <p:cNvPr id="10" name="Rounded Rectangle 9"/>
          <p:cNvSpPr/>
          <p:nvPr/>
        </p:nvSpPr>
        <p:spPr>
          <a:xfrm>
            <a:off x="9372600" y="2331720"/>
            <a:ext cx="1600200" cy="868680"/>
          </a:xfrm>
          <a:prstGeom prst="roundRect">
            <a:avLst/>
          </a:prstGeom>
          <a:solidFill>
            <a:srgbClr val="FFF5CC"/>
          </a:solidFill>
          <a:ln w="15240">
            <a:solidFill>
              <a:srgbClr val="00355C"/>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a:lstStyle/>
          <a:p>
            <a:pPr algn="ctr"/>
            <a:r>
              <a:rPr sz="2200" b="1">
                <a:solidFill>
                  <a:srgbClr val="00355C"/>
                </a:solidFill>
                <a:latin typeface="Exo 2"/>
              </a:rPr>
              <a:t>6.63%</a:t>
            </a:r>
          </a:p>
          <a:p>
            <a:pPr algn="ctr"/>
            <a:r>
              <a:rPr sz="1050">
                <a:solidFill>
                  <a:srgbClr val="545B63"/>
                </a:solidFill>
                <a:latin typeface="Exo 2"/>
              </a:rPr>
              <a:t>failed observations</a:t>
            </a:r>
          </a:p>
        </p:txBody>
      </p:sp>
      <p:sp>
        <p:nvSpPr>
          <p:cNvPr id="11" name="Rounded Rectangle 10"/>
          <p:cNvSpPr/>
          <p:nvPr/>
        </p:nvSpPr>
        <p:spPr>
          <a:xfrm>
            <a:off x="7543800" y="3749039"/>
            <a:ext cx="3429000" cy="146304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Takeaway</a:t>
            </a:r>
          </a:p>
          <a:p>
            <a:pPr/>
            <a:r>
              <a:rPr sz="1400">
                <a:solidFill>
                  <a:srgbClr val="1E2226"/>
                </a:solidFill>
                <a:latin typeface="Exo 2"/>
              </a:rPr>
              <a:t>A majority-only model can look accurate while detecting no failures.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Experimental Design</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4</a:t>
            </a:r>
          </a:p>
        </p:txBody>
      </p:sp>
      <p:cxnSp>
        <p:nvCxnSpPr>
          <p:cNvPr id="6" name="Connector 5"/>
          <p:cNvCxnSpPr/>
          <p:nvPr/>
        </p:nvCxnSpPr>
        <p:spPr>
          <a:xfrm>
            <a:off x="3154680" y="1874519"/>
            <a:ext cx="914400" cy="0"/>
          </a:xfrm>
          <a:prstGeom prst="line">
            <a:avLst/>
          </a:prstGeom>
          <a:ln w="25400">
            <a:solidFill>
              <a:srgbClr val="004B8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623560" y="1874519"/>
            <a:ext cx="868680" cy="0"/>
          </a:xfrm>
          <a:prstGeom prst="line">
            <a:avLst/>
          </a:prstGeom>
          <a:ln w="25400">
            <a:solidFill>
              <a:srgbClr val="004B8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846320" y="2514600"/>
            <a:ext cx="0" cy="822960"/>
          </a:xfrm>
          <a:prstGeom prst="line">
            <a:avLst/>
          </a:prstGeom>
          <a:ln w="25400">
            <a:solidFill>
              <a:srgbClr val="004B8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23560" y="3886200"/>
            <a:ext cx="822960" cy="0"/>
          </a:xfrm>
          <a:prstGeom prst="line">
            <a:avLst/>
          </a:prstGeom>
          <a:ln w="25400">
            <a:solidFill>
              <a:srgbClr val="004B8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1520" y="1371600"/>
            <a:ext cx="2331720" cy="96012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Full sample</a:t>
            </a:r>
          </a:p>
          <a:p>
            <a:pPr/>
            <a:r>
              <a:rPr sz="1200">
                <a:solidFill>
                  <a:srgbClr val="1E2226"/>
                </a:solidFill>
                <a:latin typeface="Exo 2"/>
              </a:rPr>
              <a:t>78,682 observations</a:t>
            </a:r>
          </a:p>
          <a:p>
            <a:pPr/>
            <a:r>
              <a:rPr sz="1200">
                <a:solidFill>
                  <a:srgbClr val="1E2226"/>
                </a:solidFill>
                <a:latin typeface="Exo 2"/>
              </a:rPr>
              <a:t>8,971 companies</a:t>
            </a:r>
          </a:p>
        </p:txBody>
      </p:sp>
      <p:sp>
        <p:nvSpPr>
          <p:cNvPr id="11" name="Rounded Rectangle 10"/>
          <p:cNvSpPr/>
          <p:nvPr/>
        </p:nvSpPr>
        <p:spPr>
          <a:xfrm>
            <a:off x="4160520" y="1371600"/>
            <a:ext cx="1417320" cy="96012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Group split</a:t>
            </a:r>
          </a:p>
          <a:p>
            <a:pPr/>
            <a:r>
              <a:rPr sz="1100">
                <a:solidFill>
                  <a:srgbClr val="1E2226"/>
                </a:solidFill>
                <a:latin typeface="Exo 2"/>
              </a:rPr>
              <a:t>complete companies</a:t>
            </a:r>
          </a:p>
        </p:txBody>
      </p:sp>
      <p:sp>
        <p:nvSpPr>
          <p:cNvPr id="12" name="Rounded Rectangle 11"/>
          <p:cNvSpPr/>
          <p:nvPr/>
        </p:nvSpPr>
        <p:spPr>
          <a:xfrm>
            <a:off x="6537960" y="1325880"/>
            <a:ext cx="2057400" cy="105156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Training</a:t>
            </a:r>
          </a:p>
          <a:p>
            <a:pPr/>
            <a:r>
              <a:rPr sz="1100">
                <a:solidFill>
                  <a:srgbClr val="1E2226"/>
                </a:solidFill>
                <a:latin typeface="Exo 2"/>
              </a:rPr>
              <a:t>80% companies</a:t>
            </a:r>
          </a:p>
          <a:p>
            <a:pPr/>
            <a:r>
              <a:rPr sz="1100">
                <a:solidFill>
                  <a:srgbClr val="1E2226"/>
                </a:solidFill>
                <a:latin typeface="Exo 2"/>
              </a:rPr>
              <a:t>62,988 rows</a:t>
            </a:r>
          </a:p>
          <a:p>
            <a:pPr/>
            <a:r>
              <a:rPr sz="1100">
                <a:solidFill>
                  <a:srgbClr val="1E2226"/>
                </a:solidFill>
                <a:latin typeface="Exo 2"/>
              </a:rPr>
              <a:t>7,176 companies</a:t>
            </a:r>
          </a:p>
        </p:txBody>
      </p:sp>
      <p:sp>
        <p:nvSpPr>
          <p:cNvPr id="13" name="Rounded Rectangle 12"/>
          <p:cNvSpPr/>
          <p:nvPr/>
        </p:nvSpPr>
        <p:spPr>
          <a:xfrm>
            <a:off x="8961120" y="1325880"/>
            <a:ext cx="2057400" cy="105156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355C"/>
                </a:solidFill>
                <a:latin typeface="Exo 2"/>
              </a:rPr>
              <a:t>Final test</a:t>
            </a:r>
          </a:p>
          <a:p>
            <a:pPr/>
            <a:r>
              <a:rPr sz="1100">
                <a:solidFill>
                  <a:srgbClr val="1E2226"/>
                </a:solidFill>
                <a:latin typeface="Exo 2"/>
              </a:rPr>
              <a:t>20% companies</a:t>
            </a:r>
          </a:p>
          <a:p>
            <a:pPr/>
            <a:r>
              <a:rPr sz="1100">
                <a:solidFill>
                  <a:srgbClr val="1E2226"/>
                </a:solidFill>
                <a:latin typeface="Exo 2"/>
              </a:rPr>
              <a:t>15,694 rows</a:t>
            </a:r>
          </a:p>
          <a:p>
            <a:pPr/>
            <a:r>
              <a:rPr sz="1100">
                <a:solidFill>
                  <a:srgbClr val="1E2226"/>
                </a:solidFill>
                <a:latin typeface="Exo 2"/>
              </a:rPr>
              <a:t>1,795 companies</a:t>
            </a:r>
          </a:p>
        </p:txBody>
      </p:sp>
      <p:sp>
        <p:nvSpPr>
          <p:cNvPr id="14" name="Rounded Rectangle 13"/>
          <p:cNvSpPr/>
          <p:nvPr/>
        </p:nvSpPr>
        <p:spPr>
          <a:xfrm>
            <a:off x="3977639" y="3337560"/>
            <a:ext cx="1783080" cy="96012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Inner split</a:t>
            </a:r>
          </a:p>
          <a:p>
            <a:pPr/>
            <a:r>
              <a:rPr sz="1100">
                <a:solidFill>
                  <a:srgbClr val="1E2226"/>
                </a:solidFill>
                <a:latin typeface="Exo 2"/>
              </a:rPr>
              <a:t>inside training</a:t>
            </a:r>
          </a:p>
        </p:txBody>
      </p:sp>
      <p:sp>
        <p:nvSpPr>
          <p:cNvPr id="15" name="Rounded Rectangle 14"/>
          <p:cNvSpPr/>
          <p:nvPr/>
        </p:nvSpPr>
        <p:spPr>
          <a:xfrm>
            <a:off x="6537960" y="3246120"/>
            <a:ext cx="2057400" cy="109728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Model-fitting</a:t>
            </a:r>
          </a:p>
          <a:p>
            <a:pPr/>
            <a:r>
              <a:rPr sz="1100">
                <a:solidFill>
                  <a:srgbClr val="1E2226"/>
                </a:solidFill>
                <a:latin typeface="Exo 2"/>
              </a:rPr>
              <a:t>50,323 rows</a:t>
            </a:r>
          </a:p>
          <a:p>
            <a:pPr/>
            <a:r>
              <a:rPr sz="1100">
                <a:solidFill>
                  <a:srgbClr val="1E2226"/>
                </a:solidFill>
                <a:latin typeface="Exo 2"/>
              </a:rPr>
              <a:t>5,740 companies</a:t>
            </a:r>
          </a:p>
        </p:txBody>
      </p:sp>
      <p:sp>
        <p:nvSpPr>
          <p:cNvPr id="16" name="Rounded Rectangle 15"/>
          <p:cNvSpPr/>
          <p:nvPr/>
        </p:nvSpPr>
        <p:spPr>
          <a:xfrm>
            <a:off x="8961120" y="3246120"/>
            <a:ext cx="2057400" cy="109728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Validation</a:t>
            </a:r>
          </a:p>
          <a:p>
            <a:pPr/>
            <a:r>
              <a:rPr sz="1100">
                <a:solidFill>
                  <a:srgbClr val="1E2226"/>
                </a:solidFill>
                <a:latin typeface="Exo 2"/>
              </a:rPr>
              <a:t>12,665 rows</a:t>
            </a:r>
          </a:p>
          <a:p>
            <a:pPr/>
            <a:r>
              <a:rPr sz="1100">
                <a:solidFill>
                  <a:srgbClr val="1E2226"/>
                </a:solidFill>
                <a:latin typeface="Exo 2"/>
              </a:rPr>
              <a:t>1,436 companies</a:t>
            </a:r>
          </a:p>
        </p:txBody>
      </p:sp>
      <p:sp>
        <p:nvSpPr>
          <p:cNvPr id="17" name="Rounded Rectangle 16"/>
          <p:cNvSpPr/>
          <p:nvPr/>
        </p:nvSpPr>
        <p:spPr>
          <a:xfrm>
            <a:off x="868680" y="5074920"/>
            <a:ext cx="4846320" cy="59436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Leakage control</a:t>
            </a:r>
          </a:p>
          <a:p>
            <a:pPr/>
            <a:r>
              <a:rPr sz="1200">
                <a:solidFill>
                  <a:srgbClr val="1E2226"/>
                </a:solidFill>
                <a:latin typeface="Exo 2"/>
              </a:rPr>
              <a:t>Complete companies stay on one side of each split.</a:t>
            </a:r>
          </a:p>
        </p:txBody>
      </p:sp>
      <p:sp>
        <p:nvSpPr>
          <p:cNvPr id="18" name="Rounded Rectangle 17"/>
          <p:cNvSpPr/>
          <p:nvPr/>
        </p:nvSpPr>
        <p:spPr>
          <a:xfrm>
            <a:off x="6126480" y="5074920"/>
            <a:ext cx="4846320" cy="59436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Scope</a:t>
            </a:r>
          </a:p>
          <a:p>
            <a:pPr/>
            <a:r>
              <a:rPr sz="1200">
                <a:solidFill>
                  <a:srgbClr val="1E2226"/>
                </a:solidFill>
                <a:latin typeface="Exo 2"/>
              </a:rPr>
              <a:t>Unseen-company generalization, not future calendar forecasting.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Models Compared</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5</a:t>
            </a:r>
          </a:p>
        </p:txBody>
      </p:sp>
      <p:sp>
        <p:nvSpPr>
          <p:cNvPr id="6" name="Rounded Rectangle 5"/>
          <p:cNvSpPr/>
          <p:nvPr/>
        </p:nvSpPr>
        <p:spPr>
          <a:xfrm>
            <a:off x="685800" y="1234440"/>
            <a:ext cx="2468880" cy="182880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Majority</a:t>
            </a:r>
            <a:br/>
            <a:r>
              <a:t>Baseline</a:t>
            </a:r>
          </a:p>
          <a:p>
            <a:pPr/>
            <a:r>
              <a:rPr sz="1200">
                <a:solidFill>
                  <a:srgbClr val="1E2226"/>
                </a:solidFill>
                <a:latin typeface="Exo 2"/>
              </a:rPr>
              <a:t>Always predicts alive</a:t>
            </a:r>
          </a:p>
          <a:p>
            <a:pPr/>
            <a:r>
              <a:rPr sz="1200">
                <a:solidFill>
                  <a:srgbClr val="1E2226"/>
                </a:solidFill>
                <a:latin typeface="Exo 2"/>
              </a:rPr>
              <a:t>Accuracy warning</a:t>
            </a:r>
          </a:p>
        </p:txBody>
      </p:sp>
      <p:cxnSp>
        <p:nvCxnSpPr>
          <p:cNvPr id="7" name="Connector 6"/>
          <p:cNvCxnSpPr/>
          <p:nvPr/>
        </p:nvCxnSpPr>
        <p:spPr>
          <a:xfrm>
            <a:off x="3172968" y="2148840"/>
            <a:ext cx="219456" cy="0"/>
          </a:xfrm>
          <a:prstGeom prst="line">
            <a:avLst/>
          </a:prstGeom>
          <a:ln w="20320">
            <a:solidFill>
              <a:srgbClr val="004B8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47288" y="1234440"/>
            <a:ext cx="2468880" cy="182880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Logistic</a:t>
            </a:r>
            <a:br/>
            <a:r>
              <a:t>Regression</a:t>
            </a:r>
          </a:p>
          <a:p>
            <a:pPr/>
            <a:r>
              <a:rPr sz="1200">
                <a:solidFill>
                  <a:srgbClr val="1E2226"/>
                </a:solidFill>
                <a:latin typeface="Exo 2"/>
              </a:rPr>
              <a:t>Interpretable benchmark</a:t>
            </a:r>
          </a:p>
          <a:p>
            <a:pPr/>
            <a:r>
              <a:rPr sz="1200">
                <a:solidFill>
                  <a:srgbClr val="1E2226"/>
                </a:solidFill>
                <a:latin typeface="Exo 2"/>
              </a:rPr>
              <a:t>L1 / L2 variants</a:t>
            </a:r>
          </a:p>
          <a:p>
            <a:pPr/>
            <a:r>
              <a:rPr sz="1200">
                <a:solidFill>
                  <a:srgbClr val="1E2226"/>
                </a:solidFill>
                <a:latin typeface="Exo 2"/>
              </a:rPr>
              <a:t>Balanced class weights</a:t>
            </a:r>
          </a:p>
        </p:txBody>
      </p:sp>
      <p:cxnSp>
        <p:nvCxnSpPr>
          <p:cNvPr id="9" name="Connector 8"/>
          <p:cNvCxnSpPr/>
          <p:nvPr/>
        </p:nvCxnSpPr>
        <p:spPr>
          <a:xfrm>
            <a:off x="5934456" y="2148840"/>
            <a:ext cx="219456" cy="0"/>
          </a:xfrm>
          <a:prstGeom prst="line">
            <a:avLst/>
          </a:prstGeom>
          <a:ln w="20320">
            <a:solidFill>
              <a:srgbClr val="004B8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08776" y="1234440"/>
            <a:ext cx="2468880" cy="182880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Tree-Based</a:t>
            </a:r>
            <a:br/>
            <a:r>
              <a:t>Models</a:t>
            </a:r>
          </a:p>
          <a:p>
            <a:pPr/>
            <a:r>
              <a:rPr sz="1200">
                <a:solidFill>
                  <a:srgbClr val="1E2226"/>
                </a:solidFill>
                <a:latin typeface="Exo 2"/>
              </a:rPr>
              <a:t>Decision Tree</a:t>
            </a:r>
          </a:p>
          <a:p>
            <a:pPr/>
            <a:r>
              <a:rPr sz="1200">
                <a:solidFill>
                  <a:srgbClr val="1E2226"/>
                </a:solidFill>
                <a:latin typeface="Exo 2"/>
              </a:rPr>
              <a:t>Random Forest</a:t>
            </a:r>
          </a:p>
          <a:p>
            <a:pPr/>
            <a:r>
              <a:rPr sz="1200">
                <a:solidFill>
                  <a:srgbClr val="1E2226"/>
                </a:solidFill>
                <a:latin typeface="Exo 2"/>
              </a:rPr>
              <a:t>Gradient Boosting</a:t>
            </a:r>
          </a:p>
        </p:txBody>
      </p:sp>
      <p:cxnSp>
        <p:nvCxnSpPr>
          <p:cNvPr id="11" name="Connector 10"/>
          <p:cNvCxnSpPr/>
          <p:nvPr/>
        </p:nvCxnSpPr>
        <p:spPr>
          <a:xfrm>
            <a:off x="8695944" y="2148840"/>
            <a:ext cx="219456" cy="0"/>
          </a:xfrm>
          <a:prstGeom prst="line">
            <a:avLst/>
          </a:prstGeom>
          <a:ln w="20320">
            <a:solidFill>
              <a:srgbClr val="004B82"/>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970264" y="1234440"/>
            <a:ext cx="2468880" cy="182880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PCA</a:t>
            </a:r>
            <a:br/>
            <a:r>
              <a:t>Extension</a:t>
            </a:r>
          </a:p>
          <a:p>
            <a:pPr/>
            <a:r>
              <a:rPr sz="1200">
                <a:solidFill>
                  <a:srgbClr val="1E2226"/>
                </a:solidFill>
                <a:latin typeface="Exo 2"/>
              </a:rPr>
              <a:t>PCA + Logistic Regression</a:t>
            </a:r>
          </a:p>
          <a:p>
            <a:pPr/>
            <a:r>
              <a:rPr sz="1200">
                <a:solidFill>
                  <a:srgbClr val="1E2226"/>
                </a:solidFill>
                <a:latin typeface="Exo 2"/>
              </a:rPr>
              <a:t>Dimension reduction</a:t>
            </a:r>
          </a:p>
          <a:p>
            <a:pPr/>
            <a:r>
              <a:rPr sz="1200">
                <a:solidFill>
                  <a:srgbClr val="1E2226"/>
                </a:solidFill>
                <a:latin typeface="Exo 2"/>
              </a:rPr>
              <a:t>Validation-only</a:t>
            </a:r>
          </a:p>
        </p:txBody>
      </p:sp>
      <p:sp>
        <p:nvSpPr>
          <p:cNvPr id="13" name="Rounded Rectangle 12"/>
          <p:cNvSpPr/>
          <p:nvPr/>
        </p:nvSpPr>
        <p:spPr>
          <a:xfrm>
            <a:off x="914400" y="3794760"/>
            <a:ext cx="10241280" cy="685800"/>
          </a:xfrm>
          <a:prstGeom prst="roundRect">
            <a:avLst/>
          </a:prstGeom>
          <a:solidFill>
            <a:srgbClr val="FFFFFF"/>
          </a:solidFill>
          <a:ln w="12700">
            <a:solidFill>
              <a:srgbClr val="004B82"/>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000" b="1">
                <a:solidFill>
                  <a:srgbClr val="004B82"/>
                </a:solidFill>
                <a:latin typeface="Exo 2"/>
              </a:rPr>
              <a:t>The comparison moves from simple and interpretable methods to more flexible models.</a:t>
            </a:r>
          </a:p>
        </p:txBody>
      </p:sp>
      <p:sp>
        <p:nvSpPr>
          <p:cNvPr id="14" name="Rounded Rectangle 13"/>
          <p:cNvSpPr/>
          <p:nvPr/>
        </p:nvSpPr>
        <p:spPr>
          <a:xfrm>
            <a:off x="1188720" y="4709160"/>
            <a:ext cx="9692640" cy="594360"/>
          </a:xfrm>
          <a:prstGeom prst="round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500" b="0">
                <a:solidFill>
                  <a:srgbClr val="1E2226"/>
                </a:solidFill>
                <a:latin typeface="Exo 2"/>
              </a:rPr>
              <a:t>The question is not only “which model is most complex?” — it is which trade-off is useful for screening.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Evaluation Strategy</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6</a:t>
            </a:r>
          </a:p>
        </p:txBody>
      </p:sp>
      <p:sp>
        <p:nvSpPr>
          <p:cNvPr id="6" name="Rounded Rectangle 5"/>
          <p:cNvSpPr/>
          <p:nvPr/>
        </p:nvSpPr>
        <p:spPr>
          <a:xfrm>
            <a:off x="731520" y="1143000"/>
            <a:ext cx="3383280" cy="132588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355C"/>
                </a:solidFill>
                <a:latin typeface="Exo 2"/>
              </a:rPr>
              <a:t>Why accuracy is not enough</a:t>
            </a:r>
          </a:p>
          <a:p>
            <a:pPr/>
            <a:r>
              <a:rPr sz="1300">
                <a:solidFill>
                  <a:srgbClr val="1E2226"/>
                </a:solidFill>
                <a:latin typeface="Exo 2"/>
              </a:rPr>
              <a:t>A model can look accurate by predicting almost every observation as alive.</a:t>
            </a:r>
          </a:p>
        </p:txBody>
      </p:sp>
      <p:sp>
        <p:nvSpPr>
          <p:cNvPr id="7" name="Rounded Rectangle 6"/>
          <p:cNvSpPr/>
          <p:nvPr/>
        </p:nvSpPr>
        <p:spPr>
          <a:xfrm>
            <a:off x="4434840" y="1143000"/>
            <a:ext cx="2971800" cy="132588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Model selection</a:t>
            </a:r>
          </a:p>
          <a:p>
            <a:pPr/>
            <a:r>
              <a:rPr sz="1300">
                <a:solidFill>
                  <a:srgbClr val="1E2226"/>
                </a:solidFill>
                <a:latin typeface="Exo 2"/>
              </a:rPr>
              <a:t>Validation PR-AUC</a:t>
            </a:r>
          </a:p>
          <a:p>
            <a:pPr/>
            <a:r>
              <a:rPr sz="1300">
                <a:solidFill>
                  <a:srgbClr val="1E2226"/>
                </a:solidFill>
                <a:latin typeface="Exo 2"/>
              </a:rPr>
              <a:t>= average precision</a:t>
            </a:r>
          </a:p>
        </p:txBody>
      </p:sp>
      <p:sp>
        <p:nvSpPr>
          <p:cNvPr id="8" name="Rounded Rectangle 7"/>
          <p:cNvSpPr/>
          <p:nvPr/>
        </p:nvSpPr>
        <p:spPr>
          <a:xfrm>
            <a:off x="7726679" y="1143000"/>
            <a:ext cx="3337560" cy="132588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500" b="1">
                <a:solidFill>
                  <a:srgbClr val="004B82"/>
                </a:solidFill>
                <a:latin typeface="Exo 2"/>
              </a:rPr>
              <a:t>Thresholds</a:t>
            </a:r>
          </a:p>
          <a:p>
            <a:pPr/>
            <a:r>
              <a:rPr sz="1300">
                <a:solidFill>
                  <a:srgbClr val="1E2226"/>
                </a:solidFill>
                <a:latin typeface="Exo 2"/>
              </a:rPr>
              <a:t>Lower threshold → more failures detected, but more false alarms.</a:t>
            </a:r>
          </a:p>
        </p:txBody>
      </p:sp>
      <p:sp>
        <p:nvSpPr>
          <p:cNvPr id="9" name="Rounded Rectangle 8"/>
          <p:cNvSpPr/>
          <p:nvPr/>
        </p:nvSpPr>
        <p:spPr>
          <a:xfrm>
            <a:off x="822960" y="3154680"/>
            <a:ext cx="2423160" cy="109728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Failed recall</a:t>
            </a:r>
          </a:p>
          <a:p>
            <a:pPr/>
            <a:r>
              <a:rPr sz="1100">
                <a:solidFill>
                  <a:srgbClr val="1E2226"/>
                </a:solidFill>
                <a:latin typeface="Exo 2"/>
              </a:rPr>
              <a:t>Share of actual failures detected</a:t>
            </a:r>
          </a:p>
        </p:txBody>
      </p:sp>
      <p:sp>
        <p:nvSpPr>
          <p:cNvPr id="10" name="Rounded Rectangle 9"/>
          <p:cNvSpPr/>
          <p:nvPr/>
        </p:nvSpPr>
        <p:spPr>
          <a:xfrm>
            <a:off x="3566160" y="3154680"/>
            <a:ext cx="2423160" cy="109728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Failed precision</a:t>
            </a:r>
          </a:p>
          <a:p>
            <a:pPr/>
            <a:r>
              <a:rPr sz="1100">
                <a:solidFill>
                  <a:srgbClr val="1E2226"/>
                </a:solidFill>
                <a:latin typeface="Exo 2"/>
              </a:rPr>
              <a:t>Share of failure alerts that are correct</a:t>
            </a:r>
          </a:p>
        </p:txBody>
      </p:sp>
      <p:sp>
        <p:nvSpPr>
          <p:cNvPr id="11" name="Rounded Rectangle 10"/>
          <p:cNvSpPr/>
          <p:nvPr/>
        </p:nvSpPr>
        <p:spPr>
          <a:xfrm>
            <a:off x="6309360" y="3154680"/>
            <a:ext cx="2423160" cy="109728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Failed F1</a:t>
            </a:r>
          </a:p>
          <a:p>
            <a:pPr/>
            <a:r>
              <a:rPr sz="1100">
                <a:solidFill>
                  <a:srgbClr val="1E2226"/>
                </a:solidFill>
                <a:latin typeface="Exo 2"/>
              </a:rPr>
              <a:t>Balance between recall and precision</a:t>
            </a:r>
          </a:p>
        </p:txBody>
      </p:sp>
      <p:sp>
        <p:nvSpPr>
          <p:cNvPr id="12" name="Rounded Rectangle 11"/>
          <p:cNvSpPr/>
          <p:nvPr/>
        </p:nvSpPr>
        <p:spPr>
          <a:xfrm>
            <a:off x="9052560" y="3154680"/>
            <a:ext cx="2423160" cy="109728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Balanced accuracy</a:t>
            </a:r>
          </a:p>
          <a:p>
            <a:pPr/>
            <a:r>
              <a:rPr sz="1100">
                <a:solidFill>
                  <a:srgbClr val="1E2226"/>
                </a:solidFill>
                <a:latin typeface="Exo 2"/>
              </a:rPr>
              <a:t>Equal weight to both classes</a:t>
            </a:r>
          </a:p>
        </p:txBody>
      </p:sp>
      <p:sp>
        <p:nvSpPr>
          <p:cNvPr id="13" name="Rounded Rectangle 12"/>
          <p:cNvSpPr/>
          <p:nvPr/>
        </p:nvSpPr>
        <p:spPr>
          <a:xfrm>
            <a:off x="914400" y="5029200"/>
            <a:ext cx="10241280" cy="594360"/>
          </a:xfrm>
          <a:prstGeom prst="round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800" b="1">
                <a:solidFill>
                  <a:srgbClr val="FFFFFF"/>
                </a:solidFill>
                <a:latin typeface="Exo 2"/>
              </a:rPr>
              <a:t>Ranking metrics and threshold-based classifications answer different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Main Final-Test Results</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7</a:t>
            </a:r>
          </a:p>
        </p:txBody>
      </p:sp>
      <p:pic>
        <p:nvPicPr>
          <p:cNvPr id="6" name="Final test performance" descr="model_performance_summary.png"/>
          <p:cNvPicPr>
            <a:picLocks noChangeAspect="1"/>
          </p:cNvPicPr>
          <p:nvPr/>
        </p:nvPicPr>
        <p:blipFill>
          <a:blip r:embed="rId4"/>
          <a:stretch>
            <a:fillRect/>
          </a:stretch>
        </p:blipFill>
        <p:spPr>
          <a:xfrm>
            <a:off x="548640" y="1661846"/>
            <a:ext cx="6675120" cy="3762907"/>
          </a:xfrm>
          <a:prstGeom prst="rect">
            <a:avLst/>
          </a:prstGeom>
        </p:spPr>
      </p:pic>
      <p:sp>
        <p:nvSpPr>
          <p:cNvPr id="7" name="Rounded Rectangle 6"/>
          <p:cNvSpPr/>
          <p:nvPr/>
        </p:nvSpPr>
        <p:spPr>
          <a:xfrm>
            <a:off x="7452360" y="1143000"/>
            <a:ext cx="3657600" cy="105156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Baseline warning</a:t>
            </a:r>
          </a:p>
          <a:p>
            <a:pPr/>
            <a:r>
              <a:rPr sz="1200">
                <a:solidFill>
                  <a:srgbClr val="1E2226"/>
                </a:solidFill>
                <a:latin typeface="Exo 2"/>
              </a:rPr>
              <a:t>92.5% accuracy, but detects no failures.</a:t>
            </a:r>
          </a:p>
        </p:txBody>
      </p:sp>
      <p:sp>
        <p:nvSpPr>
          <p:cNvPr id="8" name="Rounded Rectangle 7"/>
          <p:cNvSpPr/>
          <p:nvPr/>
        </p:nvSpPr>
        <p:spPr>
          <a:xfrm>
            <a:off x="7452360" y="2423160"/>
            <a:ext cx="3657600" cy="105156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Broad screening</a:t>
            </a:r>
          </a:p>
          <a:p>
            <a:pPr/>
            <a:r>
              <a:rPr sz="1200">
                <a:solidFill>
                  <a:srgbClr val="1E2226"/>
                </a:solidFill>
                <a:latin typeface="Exo 2"/>
              </a:rPr>
              <a:t>Logistic Regression recall = 0.884, but precision = 0.095.</a:t>
            </a:r>
          </a:p>
        </p:txBody>
      </p:sp>
      <p:sp>
        <p:nvSpPr>
          <p:cNvPr id="9" name="Rounded Rectangle 8"/>
          <p:cNvSpPr/>
          <p:nvPr/>
        </p:nvSpPr>
        <p:spPr>
          <a:xfrm>
            <a:off x="7452360" y="3703320"/>
            <a:ext cx="3657600" cy="105156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Metric-dependent result</a:t>
            </a:r>
          </a:p>
          <a:p>
            <a:pPr/>
            <a:r>
              <a:rPr sz="1200">
                <a:solidFill>
                  <a:srgbClr val="1E2226"/>
                </a:solidFill>
                <a:latin typeface="Exo 2"/>
              </a:rPr>
              <a:t>Random Forest has highest observed PR-AUC/F1; Gradient Boosting is validation-selected.</a:t>
            </a:r>
          </a:p>
        </p:txBody>
      </p:sp>
      <p:sp>
        <p:nvSpPr>
          <p:cNvPr id="10" name="Rounded Rectangle 9"/>
          <p:cNvSpPr/>
          <p:nvPr/>
        </p:nvSpPr>
        <p:spPr>
          <a:xfrm>
            <a:off x="7452360" y="5074920"/>
            <a:ext cx="3657600" cy="502920"/>
          </a:xfrm>
          <a:prstGeom prst="round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600" b="1">
                <a:solidFill>
                  <a:srgbClr val="FFFFFF"/>
                </a:solidFill>
                <a:latin typeface="Exo 2"/>
              </a:rPr>
              <a:t>No model is strongest on every measure.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Classification Trade-Offs</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8</a:t>
            </a:r>
          </a:p>
        </p:txBody>
      </p:sp>
      <p:sp>
        <p:nvSpPr>
          <p:cNvPr id="6" name="Rectangle 5"/>
          <p:cNvSpPr/>
          <p:nvPr/>
        </p:nvSpPr>
        <p:spPr>
          <a:xfrm>
            <a:off x="2743200" y="1097280"/>
            <a:ext cx="82296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800" b="1">
                <a:solidFill>
                  <a:srgbClr val="004B82"/>
                </a:solidFill>
                <a:latin typeface="Exo 2"/>
              </a:rPr>
              <a:t>Default prediction rule: more detected failures usually means more false alarms.</a:t>
            </a:r>
          </a:p>
        </p:txBody>
      </p:sp>
      <p:sp>
        <p:nvSpPr>
          <p:cNvPr id="7" name="Rectangle 6"/>
          <p:cNvSpPr/>
          <p:nvPr/>
        </p:nvSpPr>
        <p:spPr>
          <a:xfrm>
            <a:off x="685800" y="1828800"/>
            <a:ext cx="1600200" cy="411480"/>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FFFFFF"/>
                </a:solidFill>
                <a:latin typeface="Exo 2"/>
              </a:rPr>
              <a:t>Model</a:t>
            </a:r>
          </a:p>
        </p:txBody>
      </p:sp>
      <p:sp>
        <p:nvSpPr>
          <p:cNvPr id="8" name="Rectangle 7"/>
          <p:cNvSpPr/>
          <p:nvPr/>
        </p:nvSpPr>
        <p:spPr>
          <a:xfrm>
            <a:off x="2514600" y="1828800"/>
            <a:ext cx="1737360" cy="411480"/>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FFFFFF"/>
                </a:solidFill>
                <a:latin typeface="Exo 2"/>
              </a:rPr>
              <a:t>Detected failures</a:t>
            </a:r>
          </a:p>
        </p:txBody>
      </p:sp>
      <p:sp>
        <p:nvSpPr>
          <p:cNvPr id="9" name="Rectangle 8"/>
          <p:cNvSpPr/>
          <p:nvPr/>
        </p:nvSpPr>
        <p:spPr>
          <a:xfrm>
            <a:off x="4526280" y="1828800"/>
            <a:ext cx="1645920" cy="411480"/>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FFFFFF"/>
                </a:solidFill>
                <a:latin typeface="Exo 2"/>
              </a:rPr>
              <a:t>Missed failures</a:t>
            </a:r>
          </a:p>
        </p:txBody>
      </p:sp>
      <p:sp>
        <p:nvSpPr>
          <p:cNvPr id="10" name="Rectangle 9"/>
          <p:cNvSpPr/>
          <p:nvPr/>
        </p:nvSpPr>
        <p:spPr>
          <a:xfrm>
            <a:off x="6400800" y="1828800"/>
            <a:ext cx="1554480" cy="411480"/>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FFFFFF"/>
                </a:solidFill>
                <a:latin typeface="Exo 2"/>
              </a:rPr>
              <a:t>False alarms</a:t>
            </a:r>
          </a:p>
        </p:txBody>
      </p:sp>
      <p:sp>
        <p:nvSpPr>
          <p:cNvPr id="11" name="Rectangle 10"/>
          <p:cNvSpPr/>
          <p:nvPr/>
        </p:nvSpPr>
        <p:spPr>
          <a:xfrm>
            <a:off x="8366760" y="1828800"/>
            <a:ext cx="3063240" cy="411480"/>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FFFFFF"/>
                </a:solidFill>
                <a:latin typeface="Exo 2"/>
              </a:rPr>
              <a:t>Interpretation</a:t>
            </a:r>
          </a:p>
        </p:txBody>
      </p:sp>
      <p:sp>
        <p:nvSpPr>
          <p:cNvPr id="12" name="Rectangle 11"/>
          <p:cNvSpPr/>
          <p:nvPr/>
        </p:nvSpPr>
        <p:spPr>
          <a:xfrm>
            <a:off x="685800" y="2331720"/>
            <a:ext cx="1600200" cy="713232"/>
          </a:xfrm>
          <a:prstGeom prst="rect">
            <a:avLst/>
          </a:prstGeom>
          <a:solidFill>
            <a:srgbClr val="E6F0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Logistic</a:t>
            </a:r>
            <a:br/>
            <a:r>
              <a:rPr sz="1200" b="0">
                <a:solidFill>
                  <a:srgbClr val="1E2226"/>
                </a:solidFill>
                <a:latin typeface="Exo 2"/>
              </a:rPr>
              <a:t>Regression</a:t>
            </a:r>
          </a:p>
        </p:txBody>
      </p:sp>
      <p:sp>
        <p:nvSpPr>
          <p:cNvPr id="13" name="Rectangle 12"/>
          <p:cNvSpPr/>
          <p:nvPr/>
        </p:nvSpPr>
        <p:spPr>
          <a:xfrm>
            <a:off x="2514600" y="2331720"/>
            <a:ext cx="1737360" cy="713232"/>
          </a:xfrm>
          <a:prstGeom prst="rect">
            <a:avLst/>
          </a:prstGeom>
          <a:solidFill>
            <a:srgbClr val="E6F0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1,041</a:t>
            </a:r>
          </a:p>
        </p:txBody>
      </p:sp>
      <p:sp>
        <p:nvSpPr>
          <p:cNvPr id="14" name="Rectangle 13"/>
          <p:cNvSpPr/>
          <p:nvPr/>
        </p:nvSpPr>
        <p:spPr>
          <a:xfrm>
            <a:off x="4526280" y="2331720"/>
            <a:ext cx="1645920" cy="713232"/>
          </a:xfrm>
          <a:prstGeom prst="rect">
            <a:avLst/>
          </a:prstGeom>
          <a:solidFill>
            <a:srgbClr val="E6F0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136</a:t>
            </a:r>
          </a:p>
        </p:txBody>
      </p:sp>
      <p:sp>
        <p:nvSpPr>
          <p:cNvPr id="15" name="Rectangle 14"/>
          <p:cNvSpPr/>
          <p:nvPr/>
        </p:nvSpPr>
        <p:spPr>
          <a:xfrm>
            <a:off x="6400800" y="2331720"/>
            <a:ext cx="1554480" cy="713232"/>
          </a:xfrm>
          <a:prstGeom prst="rect">
            <a:avLst/>
          </a:prstGeom>
          <a:solidFill>
            <a:srgbClr val="E6F0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9,906</a:t>
            </a:r>
          </a:p>
        </p:txBody>
      </p:sp>
      <p:sp>
        <p:nvSpPr>
          <p:cNvPr id="16" name="Rectangle 15"/>
          <p:cNvSpPr/>
          <p:nvPr/>
        </p:nvSpPr>
        <p:spPr>
          <a:xfrm>
            <a:off x="8366760" y="2331720"/>
            <a:ext cx="3063240" cy="713232"/>
          </a:xfrm>
          <a:prstGeom prst="rect">
            <a:avLst/>
          </a:prstGeom>
          <a:solidFill>
            <a:srgbClr val="E6F0F7"/>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050" b="0">
                <a:solidFill>
                  <a:srgbClr val="1E2226"/>
                </a:solidFill>
                <a:latin typeface="Exo 2"/>
              </a:rPr>
              <a:t>Broad screen</a:t>
            </a:r>
            <a:br/>
            <a:r>
              <a:rPr sz="1050" b="0">
                <a:solidFill>
                  <a:srgbClr val="1E2226"/>
                </a:solidFill>
                <a:latin typeface="Exo 2"/>
              </a:rPr>
              <a:t>Many false alerts</a:t>
            </a:r>
          </a:p>
        </p:txBody>
      </p:sp>
      <p:sp>
        <p:nvSpPr>
          <p:cNvPr id="17" name="Rectangle 16"/>
          <p:cNvSpPr/>
          <p:nvPr/>
        </p:nvSpPr>
        <p:spPr>
          <a:xfrm>
            <a:off x="685800" y="3200400"/>
            <a:ext cx="1600200" cy="71323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Random</a:t>
            </a:r>
            <a:br/>
            <a:r>
              <a:rPr sz="1200" b="0">
                <a:solidFill>
                  <a:srgbClr val="1E2226"/>
                </a:solidFill>
                <a:latin typeface="Exo 2"/>
              </a:rPr>
              <a:t>Forest</a:t>
            </a:r>
          </a:p>
        </p:txBody>
      </p:sp>
      <p:sp>
        <p:nvSpPr>
          <p:cNvPr id="18" name="Rectangle 17"/>
          <p:cNvSpPr/>
          <p:nvPr/>
        </p:nvSpPr>
        <p:spPr>
          <a:xfrm>
            <a:off x="2514600" y="3200400"/>
            <a:ext cx="1737360" cy="71323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442</a:t>
            </a:r>
          </a:p>
        </p:txBody>
      </p:sp>
      <p:sp>
        <p:nvSpPr>
          <p:cNvPr id="19" name="Rectangle 18"/>
          <p:cNvSpPr/>
          <p:nvPr/>
        </p:nvSpPr>
        <p:spPr>
          <a:xfrm>
            <a:off x="4526280" y="3200400"/>
            <a:ext cx="1645920" cy="71323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735</a:t>
            </a:r>
          </a:p>
        </p:txBody>
      </p:sp>
      <p:sp>
        <p:nvSpPr>
          <p:cNvPr id="20" name="Rectangle 19"/>
          <p:cNvSpPr/>
          <p:nvPr/>
        </p:nvSpPr>
        <p:spPr>
          <a:xfrm>
            <a:off x="6400800" y="3200400"/>
            <a:ext cx="1554480" cy="71323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2,190</a:t>
            </a:r>
          </a:p>
        </p:txBody>
      </p:sp>
      <p:sp>
        <p:nvSpPr>
          <p:cNvPr id="21" name="Rectangle 20"/>
          <p:cNvSpPr/>
          <p:nvPr/>
        </p:nvSpPr>
        <p:spPr>
          <a:xfrm>
            <a:off x="8366760" y="3200400"/>
            <a:ext cx="3063240" cy="71323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050" b="0">
                <a:solidFill>
                  <a:srgbClr val="1E2226"/>
                </a:solidFill>
                <a:latin typeface="Exo 2"/>
              </a:rPr>
              <a:t>More selective</a:t>
            </a:r>
            <a:br/>
            <a:r>
              <a:rPr sz="1050" b="0">
                <a:solidFill>
                  <a:srgbClr val="1E2226"/>
                </a:solidFill>
                <a:latin typeface="Exo 2"/>
              </a:rPr>
              <a:t>Fewer alerts</a:t>
            </a:r>
          </a:p>
        </p:txBody>
      </p:sp>
      <p:sp>
        <p:nvSpPr>
          <p:cNvPr id="22" name="Rectangle 21"/>
          <p:cNvSpPr/>
          <p:nvPr/>
        </p:nvSpPr>
        <p:spPr>
          <a:xfrm>
            <a:off x="685800" y="4069079"/>
            <a:ext cx="1600200" cy="713232"/>
          </a:xfrm>
          <a:prstGeom prst="rect">
            <a:avLst/>
          </a:prstGeom>
          <a:solidFill>
            <a:srgbClr val="FFF5C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Gradient</a:t>
            </a:r>
            <a:br/>
            <a:r>
              <a:rPr sz="1200" b="0">
                <a:solidFill>
                  <a:srgbClr val="1E2226"/>
                </a:solidFill>
                <a:latin typeface="Exo 2"/>
              </a:rPr>
              <a:t>Boosting</a:t>
            </a:r>
          </a:p>
        </p:txBody>
      </p:sp>
      <p:sp>
        <p:nvSpPr>
          <p:cNvPr id="23" name="Rectangle 22"/>
          <p:cNvSpPr/>
          <p:nvPr/>
        </p:nvSpPr>
        <p:spPr>
          <a:xfrm>
            <a:off x="2514600" y="4069079"/>
            <a:ext cx="1737360" cy="713232"/>
          </a:xfrm>
          <a:prstGeom prst="rect">
            <a:avLst/>
          </a:prstGeom>
          <a:solidFill>
            <a:srgbClr val="FFF5C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695</a:t>
            </a:r>
          </a:p>
        </p:txBody>
      </p:sp>
      <p:sp>
        <p:nvSpPr>
          <p:cNvPr id="24" name="Rectangle 23"/>
          <p:cNvSpPr/>
          <p:nvPr/>
        </p:nvSpPr>
        <p:spPr>
          <a:xfrm>
            <a:off x="4526280" y="4069079"/>
            <a:ext cx="1645920" cy="713232"/>
          </a:xfrm>
          <a:prstGeom prst="rect">
            <a:avLst/>
          </a:prstGeom>
          <a:solidFill>
            <a:srgbClr val="FFF5C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482</a:t>
            </a:r>
          </a:p>
        </p:txBody>
      </p:sp>
      <p:sp>
        <p:nvSpPr>
          <p:cNvPr id="25" name="Rectangle 24"/>
          <p:cNvSpPr/>
          <p:nvPr/>
        </p:nvSpPr>
        <p:spPr>
          <a:xfrm>
            <a:off x="6400800" y="4069079"/>
            <a:ext cx="1554480" cy="713232"/>
          </a:xfrm>
          <a:prstGeom prst="rect">
            <a:avLst/>
          </a:prstGeom>
          <a:solidFill>
            <a:srgbClr val="FFF5C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00" b="0">
                <a:solidFill>
                  <a:srgbClr val="1E2226"/>
                </a:solidFill>
                <a:latin typeface="Exo 2"/>
              </a:rPr>
              <a:t>4,563</a:t>
            </a:r>
          </a:p>
        </p:txBody>
      </p:sp>
      <p:sp>
        <p:nvSpPr>
          <p:cNvPr id="26" name="Rectangle 25"/>
          <p:cNvSpPr/>
          <p:nvPr/>
        </p:nvSpPr>
        <p:spPr>
          <a:xfrm>
            <a:off x="8366760" y="4069079"/>
            <a:ext cx="3063240" cy="713232"/>
          </a:xfrm>
          <a:prstGeom prst="rect">
            <a:avLst/>
          </a:prstGeom>
          <a:solidFill>
            <a:srgbClr val="FFF5C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050" b="0">
                <a:solidFill>
                  <a:srgbClr val="1E2226"/>
                </a:solidFill>
                <a:latin typeface="Exo 2"/>
              </a:rPr>
              <a:t>Middle position</a:t>
            </a:r>
            <a:br/>
            <a:r>
              <a:rPr sz="1050" b="0">
                <a:solidFill>
                  <a:srgbClr val="1E2226"/>
                </a:solidFill>
                <a:latin typeface="Exo 2"/>
              </a:rPr>
              <a:t>Validation-selected</a:t>
            </a:r>
          </a:p>
        </p:txBody>
      </p:sp>
      <p:sp>
        <p:nvSpPr>
          <p:cNvPr id="27" name="Rounded Rectangle 26"/>
          <p:cNvSpPr/>
          <p:nvPr/>
        </p:nvSpPr>
        <p:spPr>
          <a:xfrm>
            <a:off x="868680" y="5074920"/>
            <a:ext cx="4663440" cy="59436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Financial question</a:t>
            </a:r>
          </a:p>
          <a:p>
            <a:pPr/>
            <a:r>
              <a:rPr sz="1200">
                <a:solidFill>
                  <a:srgbClr val="1E2226"/>
                </a:solidFill>
                <a:latin typeface="Exo 2"/>
              </a:rPr>
              <a:t>Which error is more costly: a missed failure or a false alarm?</a:t>
            </a:r>
          </a:p>
        </p:txBody>
      </p:sp>
      <p:sp>
        <p:nvSpPr>
          <p:cNvPr id="28" name="Rounded Rectangle 27"/>
          <p:cNvSpPr/>
          <p:nvPr/>
        </p:nvSpPr>
        <p:spPr>
          <a:xfrm>
            <a:off x="6035040" y="5074920"/>
            <a:ext cx="4663440" cy="59436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Important caveat</a:t>
            </a:r>
          </a:p>
          <a:p>
            <a:pPr/>
            <a:r>
              <a:rPr sz="1200">
                <a:solidFill>
                  <a:srgbClr val="1E2226"/>
                </a:solidFill>
                <a:latin typeface="Exo 2"/>
              </a:rPr>
              <a:t>Financial costs and review capacity are not estimated here.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Precision–Recall Interpretation</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9</a:t>
            </a:r>
          </a:p>
        </p:txBody>
      </p:sp>
      <p:pic>
        <p:nvPicPr>
          <p:cNvPr id="6" name="Precision recall curves" descr="precision_recall_key_models.png"/>
          <p:cNvPicPr>
            <a:picLocks noChangeAspect="1"/>
          </p:cNvPicPr>
          <p:nvPr/>
        </p:nvPicPr>
        <p:blipFill>
          <a:blip r:embed="rId4"/>
          <a:stretch>
            <a:fillRect/>
          </a:stretch>
        </p:blipFill>
        <p:spPr>
          <a:xfrm>
            <a:off x="502920" y="1154199"/>
            <a:ext cx="7132320" cy="4686761"/>
          </a:xfrm>
          <a:prstGeom prst="rect">
            <a:avLst/>
          </a:prstGeom>
        </p:spPr>
      </p:pic>
      <p:sp>
        <p:nvSpPr>
          <p:cNvPr id="7" name="Rounded Rectangle 6"/>
          <p:cNvSpPr/>
          <p:nvPr/>
        </p:nvSpPr>
        <p:spPr>
          <a:xfrm>
            <a:off x="7818120" y="1234440"/>
            <a:ext cx="3383280" cy="105156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Rare-event ranking</a:t>
            </a:r>
          </a:p>
          <a:p>
            <a:pPr/>
            <a:r>
              <a:rPr sz="1200">
                <a:solidFill>
                  <a:srgbClr val="1E2226"/>
                </a:solidFill>
                <a:latin typeface="Exo 2"/>
              </a:rPr>
              <a:t>PR curves focus on the failed class, not the many alive observations.</a:t>
            </a:r>
          </a:p>
        </p:txBody>
      </p:sp>
      <p:sp>
        <p:nvSpPr>
          <p:cNvPr id="8" name="Rounded Rectangle 7"/>
          <p:cNvSpPr/>
          <p:nvPr/>
        </p:nvSpPr>
        <p:spPr>
          <a:xfrm>
            <a:off x="7818120" y="2560320"/>
            <a:ext cx="3383280" cy="105156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Average precision</a:t>
            </a:r>
          </a:p>
          <a:p>
            <a:pPr/>
            <a:r>
              <a:rPr sz="1300">
                <a:solidFill>
                  <a:srgbClr val="1E2226"/>
                </a:solidFill>
                <a:latin typeface="Exo 2"/>
              </a:rPr>
              <a:t>RF 0.159</a:t>
            </a:r>
          </a:p>
          <a:p>
            <a:pPr/>
            <a:r>
              <a:rPr sz="1300">
                <a:solidFill>
                  <a:srgbClr val="1E2226"/>
                </a:solidFill>
                <a:latin typeface="Exo 2"/>
              </a:rPr>
              <a:t>GB 0.158</a:t>
            </a:r>
          </a:p>
          <a:p>
            <a:pPr/>
            <a:r>
              <a:rPr sz="1300">
                <a:solidFill>
                  <a:srgbClr val="1E2226"/>
                </a:solidFill>
                <a:latin typeface="Exo 2"/>
              </a:rPr>
              <a:t>LR 0.153</a:t>
            </a:r>
          </a:p>
        </p:txBody>
      </p:sp>
      <p:sp>
        <p:nvSpPr>
          <p:cNvPr id="9" name="Rounded Rectangle 8"/>
          <p:cNvSpPr/>
          <p:nvPr/>
        </p:nvSpPr>
        <p:spPr>
          <a:xfrm>
            <a:off x="7818120" y="3886200"/>
            <a:ext cx="3383280" cy="105156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Key interpretation</a:t>
            </a:r>
          </a:p>
          <a:p>
            <a:pPr/>
            <a:r>
              <a:rPr sz="1200">
                <a:solidFill>
                  <a:srgbClr val="1E2226"/>
                </a:solidFill>
                <a:latin typeface="Exo 2"/>
              </a:rPr>
              <a:t>Ranking is similar, but default-threshold behavior differs strongly.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Model Interpretation</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10</a:t>
            </a:r>
          </a:p>
        </p:txBody>
      </p:sp>
      <p:pic>
        <p:nvPicPr>
          <p:cNvPr id="6" name="Logistic coefficients" descr="top_logistic_coefficients.png"/>
          <p:cNvPicPr>
            <a:picLocks noChangeAspect="1"/>
          </p:cNvPicPr>
          <p:nvPr/>
        </p:nvPicPr>
        <p:blipFill>
          <a:blip r:embed="rId4"/>
          <a:stretch>
            <a:fillRect/>
          </a:stretch>
        </p:blipFill>
        <p:spPr>
          <a:xfrm>
            <a:off x="594360" y="1217550"/>
            <a:ext cx="6583680" cy="4560058"/>
          </a:xfrm>
          <a:prstGeom prst="rect">
            <a:avLst/>
          </a:prstGeom>
        </p:spPr>
      </p:pic>
      <p:sp>
        <p:nvSpPr>
          <p:cNvPr id="7" name="Rounded Rectangle 6"/>
          <p:cNvSpPr/>
          <p:nvPr/>
        </p:nvSpPr>
        <p:spPr>
          <a:xfrm>
            <a:off x="7406640" y="1234440"/>
            <a:ext cx="3657600" cy="105156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Signed interpretation</a:t>
            </a:r>
          </a:p>
          <a:p>
            <a:pPr/>
            <a:r>
              <a:rPr sz="1200">
                <a:solidFill>
                  <a:srgbClr val="1E2226"/>
                </a:solidFill>
                <a:latin typeface="Exo 2"/>
              </a:rPr>
              <a:t>Positive coefficients → higher predicted failure log-odds. Negative coefficients → lower.</a:t>
            </a:r>
          </a:p>
        </p:txBody>
      </p:sp>
      <p:sp>
        <p:nvSpPr>
          <p:cNvPr id="8" name="Rounded Rectangle 7"/>
          <p:cNvSpPr/>
          <p:nvPr/>
        </p:nvSpPr>
        <p:spPr>
          <a:xfrm>
            <a:off x="7406640" y="2560320"/>
            <a:ext cx="3657600" cy="105156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Largest negative signals</a:t>
            </a:r>
          </a:p>
          <a:p>
            <a:pPr/>
            <a:r>
              <a:rPr sz="1200">
                <a:solidFill>
                  <a:srgbClr val="1E2226"/>
                </a:solidFill>
                <a:latin typeface="Exo 2"/>
              </a:rPr>
              <a:t>Current assets −1.912</a:t>
            </a:r>
          </a:p>
          <a:p>
            <a:pPr/>
            <a:r>
              <a:rPr sz="1200">
                <a:solidFill>
                  <a:srgbClr val="1E2226"/>
                </a:solidFill>
                <a:latin typeface="Exo 2"/>
              </a:rPr>
              <a:t>Market value −1.812</a:t>
            </a:r>
          </a:p>
        </p:txBody>
      </p:sp>
      <p:sp>
        <p:nvSpPr>
          <p:cNvPr id="9" name="Rounded Rectangle 8"/>
          <p:cNvSpPr/>
          <p:nvPr/>
        </p:nvSpPr>
        <p:spPr>
          <a:xfrm>
            <a:off x="7406640" y="3886200"/>
            <a:ext cx="3657600" cy="105156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Caution</a:t>
            </a:r>
          </a:p>
          <a:p>
            <a:pPr/>
            <a:r>
              <a:rPr sz="1200">
                <a:solidFill>
                  <a:srgbClr val="1E2226"/>
                </a:solidFill>
                <a:latin typeface="Exo 2"/>
              </a:rPr>
              <a:t>Coefficients and tree importance are predictive interpretations, not causal evidence.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PCA Extension</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11</a:t>
            </a:r>
          </a:p>
        </p:txBody>
      </p:sp>
      <p:pic>
        <p:nvPicPr>
          <p:cNvPr id="6" name="PCA explained variance" descr="pca_explained_variance.png"/>
          <p:cNvPicPr>
            <a:picLocks noChangeAspect="1"/>
          </p:cNvPicPr>
          <p:nvPr/>
        </p:nvPicPr>
        <p:blipFill>
          <a:blip r:embed="rId4"/>
          <a:stretch>
            <a:fillRect/>
          </a:stretch>
        </p:blipFill>
        <p:spPr>
          <a:xfrm>
            <a:off x="594360" y="1556880"/>
            <a:ext cx="5852160" cy="3698519"/>
          </a:xfrm>
          <a:prstGeom prst="rect">
            <a:avLst/>
          </a:prstGeom>
        </p:spPr>
      </p:pic>
      <p:sp>
        <p:nvSpPr>
          <p:cNvPr id="7" name="Rounded Rectangle 6"/>
          <p:cNvSpPr/>
          <p:nvPr/>
        </p:nvSpPr>
        <p:spPr>
          <a:xfrm>
            <a:off x="6720840" y="1143000"/>
            <a:ext cx="4389120" cy="91440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Compression works mechanically</a:t>
            </a:r>
          </a:p>
          <a:p>
            <a:pPr/>
            <a:r>
              <a:rPr sz="1200">
                <a:solidFill>
                  <a:srgbClr val="1E2226"/>
                </a:solidFill>
                <a:latin typeface="Exo 2"/>
              </a:rPr>
              <a:t>2 components retain 83.8% of variance; 10 retain 99.2%.</a:t>
            </a:r>
          </a:p>
        </p:txBody>
      </p:sp>
      <p:sp>
        <p:nvSpPr>
          <p:cNvPr id="8" name="Rounded Rectangle 7"/>
          <p:cNvSpPr/>
          <p:nvPr/>
        </p:nvSpPr>
        <p:spPr>
          <a:xfrm>
            <a:off x="6720840" y="2331720"/>
            <a:ext cx="4389120" cy="91440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But prediction is different</a:t>
            </a:r>
          </a:p>
          <a:p>
            <a:pPr/>
            <a:r>
              <a:rPr sz="1200">
                <a:solidFill>
                  <a:srgbClr val="1E2226"/>
                </a:solidFill>
                <a:latin typeface="Exo 2"/>
              </a:rPr>
              <a:t>Explained variance is not the same as classification performance.</a:t>
            </a:r>
          </a:p>
        </p:txBody>
      </p:sp>
      <p:sp>
        <p:nvSpPr>
          <p:cNvPr id="9" name="Rounded Rectangle 8"/>
          <p:cNvSpPr/>
          <p:nvPr/>
        </p:nvSpPr>
        <p:spPr>
          <a:xfrm>
            <a:off x="6720840" y="3520440"/>
            <a:ext cx="4389120" cy="91440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Validation result</a:t>
            </a:r>
          </a:p>
          <a:p>
            <a:pPr/>
            <a:r>
              <a:rPr sz="1200">
                <a:solidFill>
                  <a:srgbClr val="1E2226"/>
                </a:solidFill>
                <a:latin typeface="Exo 2"/>
              </a:rPr>
              <a:t>PCA with 10–12 components is similar, not clearly better, than original Logistic Regression.</a:t>
            </a:r>
          </a:p>
        </p:txBody>
      </p:sp>
      <p:sp>
        <p:nvSpPr>
          <p:cNvPr id="10" name="Rounded Rectangle 9"/>
          <p:cNvSpPr/>
          <p:nvPr/>
        </p:nvSpPr>
        <p:spPr>
          <a:xfrm>
            <a:off x="6720840" y="4709160"/>
            <a:ext cx="4389120" cy="685800"/>
          </a:xfrm>
          <a:prstGeom prst="roundRect">
            <a:avLst/>
          </a:prstGeom>
          <a:solidFill>
            <a:srgbClr val="FFFFFF"/>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Interpretability cost</a:t>
            </a:r>
          </a:p>
          <a:p>
            <a:pPr/>
            <a:r>
              <a:rPr sz="1200">
                <a:solidFill>
                  <a:srgbClr val="1E2226"/>
                </a:solidFill>
                <a:latin typeface="Exo 2"/>
              </a:rPr>
              <a:t>Components mix many accounting variables.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Limitations and Conclusion</a:t>
            </a:r>
          </a:p>
        </p:txBody>
      </p:sp>
      <p:sp>
        <p:nvSpPr>
          <p:cNvPr id="4" name="Rectangle 3"/>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5" name="Rectangle 4"/>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12</a:t>
            </a:r>
          </a:p>
        </p:txBody>
      </p:sp>
      <p:sp>
        <p:nvSpPr>
          <p:cNvPr id="6" name="Rounded Rectangle 5"/>
          <p:cNvSpPr/>
          <p:nvPr/>
        </p:nvSpPr>
        <p:spPr>
          <a:xfrm>
            <a:off x="822960" y="1508760"/>
            <a:ext cx="3337560" cy="114300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What the project shows</a:t>
            </a:r>
          </a:p>
          <a:p>
            <a:pPr/>
            <a:r>
              <a:rPr sz="1200">
                <a:solidFill>
                  <a:srgbClr val="1E2226"/>
                </a:solidFill>
                <a:latin typeface="Exo 2"/>
              </a:rPr>
              <a:t>Financial variables contain useful screening and ranking information.</a:t>
            </a:r>
          </a:p>
        </p:txBody>
      </p:sp>
      <p:sp>
        <p:nvSpPr>
          <p:cNvPr id="7" name="Rounded Rectangle 6"/>
          <p:cNvSpPr/>
          <p:nvPr/>
        </p:nvSpPr>
        <p:spPr>
          <a:xfrm>
            <a:off x="4480560" y="1508760"/>
            <a:ext cx="3337560" cy="114300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What it does not show</a:t>
            </a:r>
          </a:p>
          <a:p>
            <a:pPr/>
            <a:r>
              <a:rPr sz="1200">
                <a:solidFill>
                  <a:srgbClr val="1E2226"/>
                </a:solidFill>
                <a:latin typeface="Exo 2"/>
              </a:rPr>
              <a:t>No causal effects, no calibrated probabilities, no production-ready decision rule.</a:t>
            </a:r>
          </a:p>
        </p:txBody>
      </p:sp>
      <p:sp>
        <p:nvSpPr>
          <p:cNvPr id="8" name="Rounded Rectangle 7"/>
          <p:cNvSpPr/>
          <p:nvPr/>
        </p:nvSpPr>
        <p:spPr>
          <a:xfrm>
            <a:off x="8138160" y="1508760"/>
            <a:ext cx="2880360" cy="114300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Main limitation</a:t>
            </a:r>
          </a:p>
          <a:p>
            <a:pPr/>
            <a:r>
              <a:rPr sz="1200">
                <a:solidFill>
                  <a:srgbClr val="1E2226"/>
                </a:solidFill>
                <a:latin typeface="Exo 2"/>
              </a:rPr>
              <a:t>Not a chronological forecasting backtest.</a:t>
            </a:r>
          </a:p>
        </p:txBody>
      </p:sp>
      <p:sp>
        <p:nvSpPr>
          <p:cNvPr id="9" name="Rounded Rectangle 8"/>
          <p:cNvSpPr/>
          <p:nvPr/>
        </p:nvSpPr>
        <p:spPr>
          <a:xfrm>
            <a:off x="914400" y="3246120"/>
            <a:ext cx="10058400" cy="868680"/>
          </a:xfrm>
          <a:prstGeom prst="round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200" b="1">
                <a:solidFill>
                  <a:srgbClr val="FFFFFF"/>
                </a:solidFill>
                <a:latin typeface="Exo 2"/>
              </a:rPr>
              <a:t>Final answer: bankruptcy-risk classification remains difficult, and model choice depends on the screening objective.</a:t>
            </a:r>
          </a:p>
        </p:txBody>
      </p:sp>
      <p:sp>
        <p:nvSpPr>
          <p:cNvPr id="10" name="Rectangle 9"/>
          <p:cNvSpPr/>
          <p:nvPr/>
        </p:nvSpPr>
        <p:spPr>
          <a:xfrm>
            <a:off x="1051560" y="4617720"/>
            <a:ext cx="9784080" cy="10515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500" b="0">
                <a:solidFill>
                  <a:srgbClr val="1E2226"/>
                </a:solidFill>
                <a:latin typeface="Exo 2"/>
              </a:rPr>
              <a:t>• Define a forward failure horizon</a:t>
            </a:r>
            <a:br/>
            <a:r>
              <a:rPr sz="1500" b="0">
                <a:solidFill>
                  <a:srgbClr val="1E2226"/>
                </a:solidFill>
                <a:latin typeface="Exo 2"/>
              </a:rPr>
              <a:t>• Evaluate chronologically and estimate uncertainty</a:t>
            </a:r>
            <a:br/>
            <a:r>
              <a:rPr sz="1500" b="0">
                <a:solidFill>
                  <a:srgbClr val="1E2226"/>
                </a:solidFill>
                <a:latin typeface="Exo 2"/>
              </a:rPr>
              <a:t>• Choose thresholds using financial costs and review capacity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Template Graphic"/>
          <p:cNvPicPr>
            <a:picLocks noChangeAspect="1"/>
          </p:cNvPicPr>
          <p:nvPr/>
        </p:nvPicPr>
        <p:blipFill>
          <a:blip r:embed="rId2">
            <a:alphaModFix amt="85000"/>
          </a:blip>
          <a:stretch>
            <a:fillRect/>
          </a:stretch>
        </p:blipFill>
        <p:spPr>
          <a:xfrm>
            <a:off x="2667131" y="381117"/>
            <a:ext cx="806544" cy="857217"/>
          </a:xfrm>
          <a:prstGeom prst="rect">
            <a:avLst/>
          </a:prstGeom>
        </p:spPr>
      </p:pic>
      <p:sp>
        <p:nvSpPr>
          <p:cNvPr id="3" name="Rectangle 2"/>
          <p:cNvSpPr/>
          <p:nvPr/>
        </p:nvSpPr>
        <p:spPr>
          <a:xfrm>
            <a:off x="914400" y="1691640"/>
            <a:ext cx="10241280" cy="7315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3800" b="1">
                <a:solidFill>
                  <a:srgbClr val="004B82"/>
                </a:solidFill>
                <a:latin typeface="Exo 2"/>
              </a:rPr>
              <a:t>Thank you.</a:t>
            </a:r>
          </a:p>
        </p:txBody>
      </p:sp>
      <p:sp>
        <p:nvSpPr>
          <p:cNvPr id="4" name="Rectangle 3"/>
          <p:cNvSpPr/>
          <p:nvPr/>
        </p:nvSpPr>
        <p:spPr>
          <a:xfrm>
            <a:off x="914400" y="2651760"/>
            <a:ext cx="1024128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300" b="0">
                <a:solidFill>
                  <a:srgbClr val="545B63"/>
                </a:solidFill>
                <a:latin typeface="Exo 2"/>
              </a:rPr>
              <a:t>Questions and discussion</a:t>
            </a:r>
          </a:p>
        </p:txBody>
      </p:sp>
      <p:sp>
        <p:nvSpPr>
          <p:cNvPr id="5" name="Rectangle 4"/>
          <p:cNvSpPr/>
          <p:nvPr/>
        </p:nvSpPr>
        <p:spPr>
          <a:xfrm>
            <a:off x="914400" y="3794760"/>
            <a:ext cx="1024128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800" b="0">
                <a:solidFill>
                  <a:srgbClr val="1E2226"/>
                </a:solidFill>
                <a:latin typeface="Exo 2"/>
              </a:rPr>
              <a:t>Berke Pehlivan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Backup: Model Specifications</a:t>
            </a:r>
          </a:p>
        </p:txBody>
      </p:sp>
      <p:sp>
        <p:nvSpPr>
          <p:cNvPr id="3" name="Rectangle 2"/>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4" name="Rectangle 3"/>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14</a:t>
            </a:r>
          </a:p>
        </p:txBody>
      </p:sp>
      <p:sp>
        <p:nvSpPr>
          <p:cNvPr id="5" name="Rounded Rectangle 4"/>
          <p:cNvSpPr/>
          <p:nvPr/>
        </p:nvSpPr>
        <p:spPr>
          <a:xfrm>
            <a:off x="731520" y="1143000"/>
            <a:ext cx="10698480" cy="50292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300" b="1">
                <a:solidFill>
                  <a:srgbClr val="004B82"/>
                </a:solidFill>
                <a:latin typeface="Exo 2"/>
              </a:rPr>
              <a:t>Compact grids were used to compare model families, not to run a large optimization exercise.</a:t>
            </a:r>
          </a:p>
        </p:txBody>
      </p:sp>
      <p:sp>
        <p:nvSpPr>
          <p:cNvPr id="6" name="Rectangle 5"/>
          <p:cNvSpPr/>
          <p:nvPr/>
        </p:nvSpPr>
        <p:spPr>
          <a:xfrm>
            <a:off x="868680" y="192024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Majority</a:t>
            </a:r>
          </a:p>
        </p:txBody>
      </p:sp>
      <p:sp>
        <p:nvSpPr>
          <p:cNvPr id="7" name="Rectangle 6"/>
          <p:cNvSpPr/>
          <p:nvPr/>
        </p:nvSpPr>
        <p:spPr>
          <a:xfrm>
            <a:off x="3246120" y="192024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always alive</a:t>
            </a:r>
          </a:p>
        </p:txBody>
      </p:sp>
      <p:sp>
        <p:nvSpPr>
          <p:cNvPr id="8" name="Rectangle 7"/>
          <p:cNvSpPr/>
          <p:nvPr/>
        </p:nvSpPr>
        <p:spPr>
          <a:xfrm>
            <a:off x="868680" y="242316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Logistic</a:t>
            </a:r>
          </a:p>
        </p:txBody>
      </p:sp>
      <p:sp>
        <p:nvSpPr>
          <p:cNvPr id="9" name="Rectangle 8"/>
          <p:cNvSpPr/>
          <p:nvPr/>
        </p:nvSpPr>
        <p:spPr>
          <a:xfrm>
            <a:off x="3246120" y="242316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L2, C=1, balanced weights</a:t>
            </a:r>
          </a:p>
        </p:txBody>
      </p:sp>
      <p:sp>
        <p:nvSpPr>
          <p:cNvPr id="10" name="Rectangle 9"/>
          <p:cNvSpPr/>
          <p:nvPr/>
        </p:nvSpPr>
        <p:spPr>
          <a:xfrm>
            <a:off x="868680" y="292608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L1 / L2 LR</a:t>
            </a:r>
          </a:p>
        </p:txBody>
      </p:sp>
      <p:sp>
        <p:nvSpPr>
          <p:cNvPr id="11" name="Rectangle 10"/>
          <p:cNvSpPr/>
          <p:nvPr/>
        </p:nvSpPr>
        <p:spPr>
          <a:xfrm>
            <a:off x="3246120" y="292608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C=0.1, balanced weights</a:t>
            </a:r>
          </a:p>
        </p:txBody>
      </p:sp>
      <p:sp>
        <p:nvSpPr>
          <p:cNvPr id="12" name="Rectangle 11"/>
          <p:cNvSpPr/>
          <p:nvPr/>
        </p:nvSpPr>
        <p:spPr>
          <a:xfrm>
            <a:off x="868680" y="342900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Decision Tree</a:t>
            </a:r>
          </a:p>
        </p:txBody>
      </p:sp>
      <p:sp>
        <p:nvSpPr>
          <p:cNvPr id="13" name="Rectangle 12"/>
          <p:cNvSpPr/>
          <p:nvPr/>
        </p:nvSpPr>
        <p:spPr>
          <a:xfrm>
            <a:off x="3246120" y="342900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depth 5, min leaf 50</a:t>
            </a:r>
          </a:p>
        </p:txBody>
      </p:sp>
      <p:sp>
        <p:nvSpPr>
          <p:cNvPr id="14" name="Rectangle 13"/>
          <p:cNvSpPr/>
          <p:nvPr/>
        </p:nvSpPr>
        <p:spPr>
          <a:xfrm>
            <a:off x="868680" y="393192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Random Forest</a:t>
            </a:r>
          </a:p>
        </p:txBody>
      </p:sp>
      <p:sp>
        <p:nvSpPr>
          <p:cNvPr id="15" name="Rectangle 14"/>
          <p:cNvSpPr/>
          <p:nvPr/>
        </p:nvSpPr>
        <p:spPr>
          <a:xfrm>
            <a:off x="3246120" y="393192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300 trees, min leaf 50</a:t>
            </a:r>
          </a:p>
        </p:txBody>
      </p:sp>
      <p:sp>
        <p:nvSpPr>
          <p:cNvPr id="16" name="Rectangle 15"/>
          <p:cNvSpPr/>
          <p:nvPr/>
        </p:nvSpPr>
        <p:spPr>
          <a:xfrm>
            <a:off x="868680" y="443484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Gradient Boosting</a:t>
            </a:r>
          </a:p>
        </p:txBody>
      </p:sp>
      <p:sp>
        <p:nvSpPr>
          <p:cNvPr id="17" name="Rectangle 16"/>
          <p:cNvSpPr/>
          <p:nvPr/>
        </p:nvSpPr>
        <p:spPr>
          <a:xfrm>
            <a:off x="3246120" y="443484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150 trees, lr 0.05, depth 3</a:t>
            </a:r>
          </a:p>
        </p:txBody>
      </p:sp>
      <p:sp>
        <p:nvSpPr>
          <p:cNvPr id="18" name="Rectangle 17"/>
          <p:cNvSpPr/>
          <p:nvPr/>
        </p:nvSpPr>
        <p:spPr>
          <a:xfrm>
            <a:off x="868680" y="4937760"/>
            <a:ext cx="2286000" cy="347472"/>
          </a:xfrm>
          <a:prstGeom prst="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1">
                <a:solidFill>
                  <a:srgbClr val="004B82"/>
                </a:solidFill>
                <a:latin typeface="Exo 2"/>
              </a:rPr>
              <a:t>PCA + LR</a:t>
            </a:r>
          </a:p>
        </p:txBody>
      </p:sp>
      <p:sp>
        <p:nvSpPr>
          <p:cNvPr id="19" name="Rectangle 18"/>
          <p:cNvSpPr/>
          <p:nvPr/>
        </p:nvSpPr>
        <p:spPr>
          <a:xfrm>
            <a:off x="3246120" y="4937760"/>
            <a:ext cx="7406640" cy="347472"/>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150" b="0">
                <a:solidFill>
                  <a:srgbClr val="1E2226"/>
                </a:solidFill>
                <a:latin typeface="Exo 2"/>
              </a:rPr>
              <a:t>2–18 components, validation-only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Backup: Complete Final-Test Metrics</a:t>
            </a:r>
          </a:p>
        </p:txBody>
      </p:sp>
      <p:sp>
        <p:nvSpPr>
          <p:cNvPr id="3" name="Rectangle 2"/>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4" name="Rectangle 3"/>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15</a:t>
            </a:r>
          </a:p>
        </p:txBody>
      </p:sp>
      <p:sp>
        <p:nvSpPr>
          <p:cNvPr id="5" name="Rectangle 4"/>
          <p:cNvSpPr/>
          <p:nvPr/>
        </p:nvSpPr>
        <p:spPr>
          <a:xfrm>
            <a:off x="548640" y="1143000"/>
            <a:ext cx="228600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Model</a:t>
            </a:r>
          </a:p>
        </p:txBody>
      </p:sp>
      <p:sp>
        <p:nvSpPr>
          <p:cNvPr id="6" name="Rectangle 5"/>
          <p:cNvSpPr/>
          <p:nvPr/>
        </p:nvSpPr>
        <p:spPr>
          <a:xfrm>
            <a:off x="2834640" y="1143000"/>
            <a:ext cx="91440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Acc.</a:t>
            </a:r>
          </a:p>
        </p:txBody>
      </p:sp>
      <p:sp>
        <p:nvSpPr>
          <p:cNvPr id="7" name="Rectangle 6"/>
          <p:cNvSpPr/>
          <p:nvPr/>
        </p:nvSpPr>
        <p:spPr>
          <a:xfrm>
            <a:off x="3749039" y="1143000"/>
            <a:ext cx="91440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Bal. acc.</a:t>
            </a:r>
          </a:p>
        </p:txBody>
      </p:sp>
      <p:sp>
        <p:nvSpPr>
          <p:cNvPr id="8" name="Rectangle 7"/>
          <p:cNvSpPr/>
          <p:nvPr/>
        </p:nvSpPr>
        <p:spPr>
          <a:xfrm>
            <a:off x="4663440" y="1143000"/>
            <a:ext cx="91440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ROC-AUC</a:t>
            </a:r>
          </a:p>
        </p:txBody>
      </p:sp>
      <p:sp>
        <p:nvSpPr>
          <p:cNvPr id="9" name="Rectangle 8"/>
          <p:cNvSpPr/>
          <p:nvPr/>
        </p:nvSpPr>
        <p:spPr>
          <a:xfrm>
            <a:off x="5577840" y="1143000"/>
            <a:ext cx="91440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PR-AUC</a:t>
            </a:r>
          </a:p>
        </p:txBody>
      </p:sp>
      <p:sp>
        <p:nvSpPr>
          <p:cNvPr id="10" name="Rectangle 9"/>
          <p:cNvSpPr/>
          <p:nvPr/>
        </p:nvSpPr>
        <p:spPr>
          <a:xfrm>
            <a:off x="6492240" y="1143000"/>
            <a:ext cx="109728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Fail recall</a:t>
            </a:r>
          </a:p>
        </p:txBody>
      </p:sp>
      <p:sp>
        <p:nvSpPr>
          <p:cNvPr id="11" name="Rectangle 10"/>
          <p:cNvSpPr/>
          <p:nvPr/>
        </p:nvSpPr>
        <p:spPr>
          <a:xfrm>
            <a:off x="7589519" y="1143000"/>
            <a:ext cx="914400" cy="347472"/>
          </a:xfrm>
          <a:prstGeom prst="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950" b="1">
                <a:solidFill>
                  <a:srgbClr val="FFFFFF"/>
                </a:solidFill>
                <a:latin typeface="Exo 2"/>
              </a:rPr>
              <a:t>Fail F1</a:t>
            </a:r>
          </a:p>
        </p:txBody>
      </p:sp>
      <p:sp>
        <p:nvSpPr>
          <p:cNvPr id="12" name="Rectangle 11"/>
          <p:cNvSpPr/>
          <p:nvPr/>
        </p:nvSpPr>
        <p:spPr>
          <a:xfrm>
            <a:off x="548640" y="1536192"/>
            <a:ext cx="22860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Majority</a:t>
            </a:r>
          </a:p>
        </p:txBody>
      </p:sp>
      <p:sp>
        <p:nvSpPr>
          <p:cNvPr id="13" name="Rectangle 12"/>
          <p:cNvSpPr/>
          <p:nvPr/>
        </p:nvSpPr>
        <p:spPr>
          <a:xfrm>
            <a:off x="2834640" y="153619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0.925</a:t>
            </a:r>
          </a:p>
        </p:txBody>
      </p:sp>
      <p:sp>
        <p:nvSpPr>
          <p:cNvPr id="14" name="Rectangle 13"/>
          <p:cNvSpPr/>
          <p:nvPr/>
        </p:nvSpPr>
        <p:spPr>
          <a:xfrm>
            <a:off x="3749039" y="153619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0.500</a:t>
            </a:r>
          </a:p>
        </p:txBody>
      </p:sp>
      <p:sp>
        <p:nvSpPr>
          <p:cNvPr id="15" name="Rectangle 14"/>
          <p:cNvSpPr/>
          <p:nvPr/>
        </p:nvSpPr>
        <p:spPr>
          <a:xfrm>
            <a:off x="4663440" y="153619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0.500</a:t>
            </a:r>
          </a:p>
        </p:txBody>
      </p:sp>
      <p:sp>
        <p:nvSpPr>
          <p:cNvPr id="16" name="Rectangle 15"/>
          <p:cNvSpPr/>
          <p:nvPr/>
        </p:nvSpPr>
        <p:spPr>
          <a:xfrm>
            <a:off x="5577840" y="153619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0.075</a:t>
            </a:r>
          </a:p>
        </p:txBody>
      </p:sp>
      <p:sp>
        <p:nvSpPr>
          <p:cNvPr id="17" name="Rectangle 16"/>
          <p:cNvSpPr/>
          <p:nvPr/>
        </p:nvSpPr>
        <p:spPr>
          <a:xfrm>
            <a:off x="6492240" y="1536192"/>
            <a:ext cx="109728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0.000</a:t>
            </a:r>
          </a:p>
        </p:txBody>
      </p:sp>
      <p:sp>
        <p:nvSpPr>
          <p:cNvPr id="18" name="Rectangle 17"/>
          <p:cNvSpPr/>
          <p:nvPr/>
        </p:nvSpPr>
        <p:spPr>
          <a:xfrm>
            <a:off x="7589519" y="153619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0.000</a:t>
            </a:r>
          </a:p>
        </p:txBody>
      </p:sp>
      <p:sp>
        <p:nvSpPr>
          <p:cNvPr id="19" name="Rectangle 18"/>
          <p:cNvSpPr/>
          <p:nvPr/>
        </p:nvSpPr>
        <p:spPr>
          <a:xfrm>
            <a:off x="548640" y="2039112"/>
            <a:ext cx="22860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Logistic Regression</a:t>
            </a:r>
          </a:p>
        </p:txBody>
      </p:sp>
      <p:sp>
        <p:nvSpPr>
          <p:cNvPr id="20" name="Rectangle 19"/>
          <p:cNvSpPr/>
          <p:nvPr/>
        </p:nvSpPr>
        <p:spPr>
          <a:xfrm>
            <a:off x="2834640" y="203911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0.360</a:t>
            </a:r>
          </a:p>
        </p:txBody>
      </p:sp>
      <p:sp>
        <p:nvSpPr>
          <p:cNvPr id="21" name="Rectangle 20"/>
          <p:cNvSpPr/>
          <p:nvPr/>
        </p:nvSpPr>
        <p:spPr>
          <a:xfrm>
            <a:off x="3749039" y="203911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0.601</a:t>
            </a:r>
          </a:p>
        </p:txBody>
      </p:sp>
      <p:sp>
        <p:nvSpPr>
          <p:cNvPr id="22" name="Rectangle 21"/>
          <p:cNvSpPr/>
          <p:nvPr/>
        </p:nvSpPr>
        <p:spPr>
          <a:xfrm>
            <a:off x="4663440" y="203911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0.690</a:t>
            </a:r>
          </a:p>
        </p:txBody>
      </p:sp>
      <p:sp>
        <p:nvSpPr>
          <p:cNvPr id="23" name="Rectangle 22"/>
          <p:cNvSpPr/>
          <p:nvPr/>
        </p:nvSpPr>
        <p:spPr>
          <a:xfrm>
            <a:off x="5577840" y="203911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0.153</a:t>
            </a:r>
          </a:p>
        </p:txBody>
      </p:sp>
      <p:sp>
        <p:nvSpPr>
          <p:cNvPr id="24" name="Rectangle 23"/>
          <p:cNvSpPr/>
          <p:nvPr/>
        </p:nvSpPr>
        <p:spPr>
          <a:xfrm>
            <a:off x="6492240" y="2039112"/>
            <a:ext cx="109728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0.884</a:t>
            </a:r>
          </a:p>
        </p:txBody>
      </p:sp>
      <p:sp>
        <p:nvSpPr>
          <p:cNvPr id="25" name="Rectangle 24"/>
          <p:cNvSpPr/>
          <p:nvPr/>
        </p:nvSpPr>
        <p:spPr>
          <a:xfrm>
            <a:off x="7589519" y="203911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0.172</a:t>
            </a:r>
          </a:p>
        </p:txBody>
      </p:sp>
      <p:sp>
        <p:nvSpPr>
          <p:cNvPr id="26" name="Rectangle 25"/>
          <p:cNvSpPr/>
          <p:nvPr/>
        </p:nvSpPr>
        <p:spPr>
          <a:xfrm>
            <a:off x="548640" y="2542032"/>
            <a:ext cx="22860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Random Forest</a:t>
            </a:r>
          </a:p>
        </p:txBody>
      </p:sp>
      <p:sp>
        <p:nvSpPr>
          <p:cNvPr id="27" name="Rectangle 26"/>
          <p:cNvSpPr/>
          <p:nvPr/>
        </p:nvSpPr>
        <p:spPr>
          <a:xfrm>
            <a:off x="2834640" y="254203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0.814</a:t>
            </a:r>
          </a:p>
        </p:txBody>
      </p:sp>
      <p:sp>
        <p:nvSpPr>
          <p:cNvPr id="28" name="Rectangle 27"/>
          <p:cNvSpPr/>
          <p:nvPr/>
        </p:nvSpPr>
        <p:spPr>
          <a:xfrm>
            <a:off x="3749039" y="254203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0.612</a:t>
            </a:r>
          </a:p>
        </p:txBody>
      </p:sp>
      <p:sp>
        <p:nvSpPr>
          <p:cNvPr id="29" name="Rectangle 28"/>
          <p:cNvSpPr/>
          <p:nvPr/>
        </p:nvSpPr>
        <p:spPr>
          <a:xfrm>
            <a:off x="4663440" y="254203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0.699</a:t>
            </a:r>
          </a:p>
        </p:txBody>
      </p:sp>
      <p:sp>
        <p:nvSpPr>
          <p:cNvPr id="30" name="Rectangle 29"/>
          <p:cNvSpPr/>
          <p:nvPr/>
        </p:nvSpPr>
        <p:spPr>
          <a:xfrm>
            <a:off x="5577840" y="254203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0.159</a:t>
            </a:r>
          </a:p>
        </p:txBody>
      </p:sp>
      <p:sp>
        <p:nvSpPr>
          <p:cNvPr id="31" name="Rectangle 30"/>
          <p:cNvSpPr/>
          <p:nvPr/>
        </p:nvSpPr>
        <p:spPr>
          <a:xfrm>
            <a:off x="6492240" y="2542032"/>
            <a:ext cx="109728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0.376</a:t>
            </a:r>
          </a:p>
        </p:txBody>
      </p:sp>
      <p:sp>
        <p:nvSpPr>
          <p:cNvPr id="32" name="Rectangle 31"/>
          <p:cNvSpPr/>
          <p:nvPr/>
        </p:nvSpPr>
        <p:spPr>
          <a:xfrm>
            <a:off x="7589519" y="2542032"/>
            <a:ext cx="914400" cy="384048"/>
          </a:xfrm>
          <a:prstGeom prst="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0.232</a:t>
            </a:r>
          </a:p>
        </p:txBody>
      </p:sp>
      <p:sp>
        <p:nvSpPr>
          <p:cNvPr id="33" name="Rectangle 32"/>
          <p:cNvSpPr/>
          <p:nvPr/>
        </p:nvSpPr>
        <p:spPr>
          <a:xfrm>
            <a:off x="548640" y="3044952"/>
            <a:ext cx="22860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Gradient Boosting</a:t>
            </a:r>
          </a:p>
        </p:txBody>
      </p:sp>
      <p:sp>
        <p:nvSpPr>
          <p:cNvPr id="34" name="Rectangle 33"/>
          <p:cNvSpPr/>
          <p:nvPr/>
        </p:nvSpPr>
        <p:spPr>
          <a:xfrm>
            <a:off x="2834640" y="304495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0.679</a:t>
            </a:r>
          </a:p>
        </p:txBody>
      </p:sp>
      <p:sp>
        <p:nvSpPr>
          <p:cNvPr id="35" name="Rectangle 34"/>
          <p:cNvSpPr/>
          <p:nvPr/>
        </p:nvSpPr>
        <p:spPr>
          <a:xfrm>
            <a:off x="3749039" y="304495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0.638</a:t>
            </a:r>
          </a:p>
        </p:txBody>
      </p:sp>
      <p:sp>
        <p:nvSpPr>
          <p:cNvPr id="36" name="Rectangle 35"/>
          <p:cNvSpPr/>
          <p:nvPr/>
        </p:nvSpPr>
        <p:spPr>
          <a:xfrm>
            <a:off x="4663440" y="304495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0.688</a:t>
            </a:r>
          </a:p>
        </p:txBody>
      </p:sp>
      <p:sp>
        <p:nvSpPr>
          <p:cNvPr id="37" name="Rectangle 36"/>
          <p:cNvSpPr/>
          <p:nvPr/>
        </p:nvSpPr>
        <p:spPr>
          <a:xfrm>
            <a:off x="5577840" y="304495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0.158</a:t>
            </a:r>
          </a:p>
        </p:txBody>
      </p:sp>
      <p:sp>
        <p:nvSpPr>
          <p:cNvPr id="38" name="Rectangle 37"/>
          <p:cNvSpPr/>
          <p:nvPr/>
        </p:nvSpPr>
        <p:spPr>
          <a:xfrm>
            <a:off x="6492240" y="3044952"/>
            <a:ext cx="109728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0.590</a:t>
            </a:r>
          </a:p>
        </p:txBody>
      </p:sp>
      <p:sp>
        <p:nvSpPr>
          <p:cNvPr id="39" name="Rectangle 38"/>
          <p:cNvSpPr/>
          <p:nvPr/>
        </p:nvSpPr>
        <p:spPr>
          <a:xfrm>
            <a:off x="7589519" y="3044952"/>
            <a:ext cx="914400" cy="384048"/>
          </a:xfrm>
          <a:prstGeom prst="rect">
            <a:avLst/>
          </a:prstGeom>
          <a:solidFill>
            <a:srgbClr val="F3F6F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880" b="0">
                <a:solidFill>
                  <a:srgbClr val="1E2226"/>
                </a:solidFill>
                <a:latin typeface="Exo 2"/>
              </a:rPr>
              <a:t>0.216</a:t>
            </a:r>
          </a:p>
        </p:txBody>
      </p:sp>
      <p:sp>
        <p:nvSpPr>
          <p:cNvPr id="40" name="Rectangle 39"/>
          <p:cNvSpPr/>
          <p:nvPr/>
        </p:nvSpPr>
        <p:spPr>
          <a:xfrm>
            <a:off x="731520" y="4892040"/>
            <a:ext cx="10332720" cy="4114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250" b="0">
                <a:solidFill>
                  <a:srgbClr val="545B63"/>
                </a:solidFill>
                <a:latin typeface="Exo 2"/>
              </a:rPr>
              <a:t>Main deck uses the key models only; this table shows the full saved comparison.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Backup: Validation Threshold Scenarios</a:t>
            </a:r>
          </a:p>
        </p:txBody>
      </p:sp>
      <p:sp>
        <p:nvSpPr>
          <p:cNvPr id="3" name="Rectangle 2"/>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4" name="Rectangle 3"/>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16</a:t>
            </a:r>
          </a:p>
        </p:txBody>
      </p:sp>
      <p:pic>
        <p:nvPicPr>
          <p:cNvPr id="5" name="Confusion summary" descr="confusion_matrix_summary.png"/>
          <p:cNvPicPr>
            <a:picLocks noChangeAspect="1"/>
          </p:cNvPicPr>
          <p:nvPr/>
        </p:nvPicPr>
        <p:blipFill>
          <a:blip r:embed="rId2"/>
          <a:stretch>
            <a:fillRect/>
          </a:stretch>
        </p:blipFill>
        <p:spPr>
          <a:xfrm>
            <a:off x="548640" y="1013014"/>
            <a:ext cx="5669280" cy="2454530"/>
          </a:xfrm>
          <a:prstGeom prst="rect">
            <a:avLst/>
          </a:prstGeom>
        </p:spPr>
      </p:pic>
      <p:pic>
        <p:nvPicPr>
          <p:cNvPr id="6" name="ROC curves" descr="roc_curves_key_models.png"/>
          <p:cNvPicPr>
            <a:picLocks noChangeAspect="1"/>
          </p:cNvPicPr>
          <p:nvPr/>
        </p:nvPicPr>
        <p:blipFill>
          <a:blip r:embed="rId3"/>
          <a:stretch>
            <a:fillRect/>
          </a:stretch>
        </p:blipFill>
        <p:spPr>
          <a:xfrm>
            <a:off x="7147159" y="1005840"/>
            <a:ext cx="3627920" cy="2468880"/>
          </a:xfrm>
          <a:prstGeom prst="rect">
            <a:avLst/>
          </a:prstGeom>
        </p:spPr>
      </p:pic>
      <p:sp>
        <p:nvSpPr>
          <p:cNvPr id="7" name="Rounded Rectangle 6"/>
          <p:cNvSpPr/>
          <p:nvPr/>
        </p:nvSpPr>
        <p:spPr>
          <a:xfrm>
            <a:off x="731520" y="3977639"/>
            <a:ext cx="5074920" cy="105156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Threshold question</a:t>
            </a:r>
          </a:p>
          <a:p>
            <a:pPr/>
            <a:r>
              <a:rPr sz="1200">
                <a:solidFill>
                  <a:srgbClr val="1E2226"/>
                </a:solidFill>
                <a:latin typeface="Exo 2"/>
              </a:rPr>
              <a:t>How much review burden is acceptable if recall is increased?</a:t>
            </a:r>
          </a:p>
        </p:txBody>
      </p:sp>
      <p:sp>
        <p:nvSpPr>
          <p:cNvPr id="8" name="Rounded Rectangle 7"/>
          <p:cNvSpPr/>
          <p:nvPr/>
        </p:nvSpPr>
        <p:spPr>
          <a:xfrm>
            <a:off x="6217920" y="3977639"/>
            <a:ext cx="5074920" cy="105156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Why ROC is backup</a:t>
            </a:r>
          </a:p>
          <a:p>
            <a:pPr/>
            <a:r>
              <a:rPr sz="1200">
                <a:solidFill>
                  <a:srgbClr val="1E2226"/>
                </a:solidFill>
                <a:latin typeface="Exo 2"/>
              </a:rPr>
              <a:t>ROC-AUC is useful, but PR curves show rare-failure screening burden more directly.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Backup: Tree-Based Feature Importance</a:t>
            </a:r>
          </a:p>
        </p:txBody>
      </p:sp>
      <p:sp>
        <p:nvSpPr>
          <p:cNvPr id="3" name="Rectangle 2"/>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4" name="Rectangle 3"/>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17</a:t>
            </a:r>
          </a:p>
        </p:txBody>
      </p:sp>
      <p:pic>
        <p:nvPicPr>
          <p:cNvPr id="5" name="Tree importance" descr="top_tree_feature_importance.png"/>
          <p:cNvPicPr>
            <a:picLocks noChangeAspect="1"/>
          </p:cNvPicPr>
          <p:nvPr/>
        </p:nvPicPr>
        <p:blipFill>
          <a:blip r:embed="rId2"/>
          <a:stretch>
            <a:fillRect/>
          </a:stretch>
        </p:blipFill>
        <p:spPr>
          <a:xfrm>
            <a:off x="594360" y="1835414"/>
            <a:ext cx="6400800" cy="3278611"/>
          </a:xfrm>
          <a:prstGeom prst="rect">
            <a:avLst/>
          </a:prstGeom>
        </p:spPr>
      </p:pic>
      <p:sp>
        <p:nvSpPr>
          <p:cNvPr id="6" name="Rounded Rectangle 5"/>
          <p:cNvSpPr/>
          <p:nvPr/>
        </p:nvSpPr>
        <p:spPr>
          <a:xfrm>
            <a:off x="7315200" y="1234440"/>
            <a:ext cx="3703320" cy="109728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Top features</a:t>
            </a:r>
          </a:p>
          <a:p>
            <a:pPr/>
            <a:r>
              <a:rPr sz="1200">
                <a:solidFill>
                  <a:srgbClr val="1E2226"/>
                </a:solidFill>
                <a:latin typeface="Exo 2"/>
              </a:rPr>
              <a:t>Market value, net income, and long-term debt are important in both ensembles.</a:t>
            </a:r>
          </a:p>
        </p:txBody>
      </p:sp>
      <p:sp>
        <p:nvSpPr>
          <p:cNvPr id="7" name="Rounded Rectangle 6"/>
          <p:cNvSpPr/>
          <p:nvPr/>
        </p:nvSpPr>
        <p:spPr>
          <a:xfrm>
            <a:off x="7315200" y="2651760"/>
            <a:ext cx="3703320" cy="109728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Interpretation limit</a:t>
            </a:r>
          </a:p>
          <a:p>
            <a:pPr/>
            <a:r>
              <a:rPr sz="1200">
                <a:solidFill>
                  <a:srgbClr val="1E2226"/>
                </a:solidFill>
                <a:latin typeface="Exo 2"/>
              </a:rPr>
              <a:t>Importance does not show direction and is not causal.</a:t>
            </a:r>
          </a:p>
        </p:txBody>
      </p:sp>
      <p:sp>
        <p:nvSpPr>
          <p:cNvPr id="8" name="Rounded Rectangle 7"/>
          <p:cNvSpPr/>
          <p:nvPr/>
        </p:nvSpPr>
        <p:spPr>
          <a:xfrm>
            <a:off x="7315200" y="4069080"/>
            <a:ext cx="3703320" cy="109728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Use in discussion</a:t>
            </a:r>
          </a:p>
          <a:p>
            <a:pPr/>
            <a:r>
              <a:rPr sz="1200">
                <a:solidFill>
                  <a:srgbClr val="1E2226"/>
                </a:solidFill>
                <a:latin typeface="Exo 2"/>
              </a:rPr>
              <a:t>Helpful if asked why tree models made their predictions.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29000" y="411480"/>
            <a:ext cx="7772400"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400" b="1">
                <a:solidFill>
                  <a:srgbClr val="004B82"/>
                </a:solidFill>
                <a:latin typeface="Exo 2"/>
              </a:rPr>
              <a:t>Backup: Reproducible Implementation</a:t>
            </a:r>
          </a:p>
        </p:txBody>
      </p:sp>
      <p:sp>
        <p:nvSpPr>
          <p:cNvPr id="3" name="Rectangle 2"/>
          <p:cNvSpPr/>
          <p:nvPr/>
        </p:nvSpPr>
        <p:spPr>
          <a:xfrm>
            <a:off x="685800" y="6473952"/>
            <a:ext cx="8046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750" b="0">
                <a:solidFill>
                  <a:srgbClr val="545B63"/>
                </a:solidFill>
                <a:latin typeface="Exo 2"/>
              </a:rPr>
              <a:t>Corporate Bankruptcy Risk Prediction / Berke Pehlivan / Machine Learning for Finance</a:t>
            </a:r>
          </a:p>
        </p:txBody>
      </p:sp>
      <p:sp>
        <p:nvSpPr>
          <p:cNvPr id="4" name="Rectangle 3"/>
          <p:cNvSpPr/>
          <p:nvPr/>
        </p:nvSpPr>
        <p:spPr>
          <a:xfrm>
            <a:off x="11274552" y="6473952"/>
            <a:ext cx="2743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r"/>
            <a:r>
              <a:rPr sz="800" b="0">
                <a:solidFill>
                  <a:srgbClr val="545B63"/>
                </a:solidFill>
                <a:latin typeface="Exo 2"/>
              </a:rPr>
              <a:t>18</a:t>
            </a:r>
          </a:p>
        </p:txBody>
      </p:sp>
      <p:sp>
        <p:nvSpPr>
          <p:cNvPr id="5" name="Rounded Rectangle 4"/>
          <p:cNvSpPr/>
          <p:nvPr/>
        </p:nvSpPr>
        <p:spPr>
          <a:xfrm>
            <a:off x="822960" y="1143000"/>
            <a:ext cx="3291840" cy="1234440"/>
          </a:xfrm>
          <a:prstGeom prst="roundRect">
            <a:avLst/>
          </a:prstGeom>
          <a:solidFill>
            <a:srgbClr val="E6F0F7"/>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Task workflow</a:t>
            </a:r>
          </a:p>
          <a:p>
            <a:pPr/>
            <a:r>
              <a:rPr sz="1200">
                <a:solidFill>
                  <a:srgbClr val="1E2226"/>
                </a:solidFill>
                <a:latin typeface="Exo 2"/>
              </a:rPr>
              <a:t>pytask connects preprocessing, modelling, evaluation, figures, and paper outputs.</a:t>
            </a:r>
          </a:p>
        </p:txBody>
      </p:sp>
      <p:sp>
        <p:nvSpPr>
          <p:cNvPr id="6" name="Rounded Rectangle 5"/>
          <p:cNvSpPr/>
          <p:nvPr/>
        </p:nvSpPr>
        <p:spPr>
          <a:xfrm>
            <a:off x="4434840" y="1143000"/>
            <a:ext cx="3291840" cy="1234440"/>
          </a:xfrm>
          <a:prstGeom prst="roundRect">
            <a:avLst/>
          </a:prstGeom>
          <a:solidFill>
            <a:srgbClr val="F3F6F8"/>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4B82"/>
                </a:solidFill>
                <a:latin typeface="Exo 2"/>
              </a:rPr>
              <a:t>Environment</a:t>
            </a:r>
          </a:p>
          <a:p>
            <a:pPr/>
            <a:r>
              <a:rPr sz="1200">
                <a:solidFill>
                  <a:srgbClr val="1E2226"/>
                </a:solidFill>
                <a:latin typeface="Exo 2"/>
              </a:rPr>
              <a:t>Pixi fixes Python dependencies and commands.</a:t>
            </a:r>
          </a:p>
        </p:txBody>
      </p:sp>
      <p:sp>
        <p:nvSpPr>
          <p:cNvPr id="7" name="Rounded Rectangle 6"/>
          <p:cNvSpPr/>
          <p:nvPr/>
        </p:nvSpPr>
        <p:spPr>
          <a:xfrm>
            <a:off x="8046720" y="1143000"/>
            <a:ext cx="3108960" cy="1234440"/>
          </a:xfrm>
          <a:prstGeom prst="roundRect">
            <a:avLst/>
          </a:prstGeom>
          <a:solidFill>
            <a:srgbClr val="FFF5CC"/>
          </a:solidFill>
          <a:ln w="9525">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73152">
            <a:normAutofit/>
          </a:bodyPr>
          <a:lstStyle/>
          <a:p>
            <a:pPr algn="l"/>
            <a:r>
              <a:rPr sz="1400" b="1">
                <a:solidFill>
                  <a:srgbClr val="00355C"/>
                </a:solidFill>
                <a:latin typeface="Exo 2"/>
              </a:rPr>
              <a:t>Tests</a:t>
            </a:r>
          </a:p>
          <a:p>
            <a:pPr/>
            <a:r>
              <a:rPr sz="1200">
                <a:solidFill>
                  <a:srgbClr val="1E2226"/>
                </a:solidFill>
                <a:latin typeface="Exo 2"/>
              </a:rPr>
              <a:t>26 tests check main data and modelling behavior.</a:t>
            </a:r>
          </a:p>
        </p:txBody>
      </p:sp>
      <p:sp>
        <p:nvSpPr>
          <p:cNvPr id="8" name="Rounded Rectangle 7"/>
          <p:cNvSpPr/>
          <p:nvPr/>
        </p:nvSpPr>
        <p:spPr>
          <a:xfrm>
            <a:off x="914400" y="3154680"/>
            <a:ext cx="4754880" cy="1280160"/>
          </a:xfrm>
          <a:prstGeom prst="roundRect">
            <a:avLst/>
          </a:prstGeom>
          <a:solidFill>
            <a:srgbClr val="004B82"/>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2200" b="1">
                <a:solidFill>
                  <a:srgbClr val="FFFFFF"/>
                </a:solidFill>
                <a:latin typeface="Exo 2"/>
              </a:rPr>
              <a:t>pixi run build</a:t>
            </a:r>
            <a:br/>
            <a:r>
              <a:rPr sz="2200" b="1">
                <a:solidFill>
                  <a:srgbClr val="FFFFFF"/>
                </a:solidFill>
                <a:latin typeface="Exo 2"/>
              </a:rPr>
              <a:t>pixi run test</a:t>
            </a:r>
          </a:p>
        </p:txBody>
      </p:sp>
      <p:sp>
        <p:nvSpPr>
          <p:cNvPr id="9" name="Rounded Rectangle 8"/>
          <p:cNvSpPr/>
          <p:nvPr/>
        </p:nvSpPr>
        <p:spPr>
          <a:xfrm>
            <a:off x="6126480" y="3246120"/>
            <a:ext cx="4480560" cy="1097280"/>
          </a:xfrm>
          <a:prstGeom prst="roundRect">
            <a:avLst/>
          </a:prstGeom>
          <a:solidFill>
            <a:srgbClr val="FFFFFF"/>
          </a:solidFill>
          <a:ln w="12700">
            <a:solidFill>
              <a:srgbClr val="DCE2E7"/>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normAutofit/>
          </a:bodyPr>
          <a:lstStyle/>
          <a:p>
            <a:pPr algn="ctr"/>
            <a:r>
              <a:rPr sz="1300" b="0">
                <a:solidFill>
                  <a:srgbClr val="1E2226"/>
                </a:solidFill>
                <a:latin typeface="Exo 2"/>
              </a:rPr>
              <a:t>Generated outputs are saved under data/processed/ and outputs/. The paper-ready layer contains summaries derived from the same model run.</a:t>
            </a:r>
          </a:p>
        </p:txBody>
      </p:sp>
    </p:spTree>
  </p:cSld>
  <p:clrMapOvr>
    <a:masterClrMapping/>
  </p:clrMapOvr>
</p:sld>
</file>

<file path=ppt/theme/theme1.xml><?xml version="1.0" encoding="utf-8"?>
<a:theme xmlns:a="http://schemas.openxmlformats.org/drawingml/2006/main" name="Uni_Bonn_2017">
  <a:themeElements>
    <a:clrScheme name="Uni-Bonn">
      <a:dk1>
        <a:srgbClr val="000000"/>
      </a:dk1>
      <a:lt1>
        <a:srgbClr val="FFFFFF"/>
      </a:lt1>
      <a:dk2>
        <a:srgbClr val="000000"/>
      </a:dk2>
      <a:lt2>
        <a:srgbClr val="FFFFFF"/>
      </a:lt2>
      <a:accent1>
        <a:srgbClr val="909085"/>
      </a:accent1>
      <a:accent2>
        <a:srgbClr val="07529A"/>
      </a:accent2>
      <a:accent3>
        <a:srgbClr val="EAB90C"/>
      </a:accent3>
      <a:accent4>
        <a:srgbClr val="D8D8C8"/>
      </a:accent4>
      <a:accent5>
        <a:srgbClr val="053D73"/>
      </a:accent5>
      <a:accent6>
        <a:srgbClr val="F8DE83"/>
      </a:accent6>
      <a:hlink>
        <a:srgbClr val="79BAF8"/>
      </a:hlink>
      <a:folHlink>
        <a:srgbClr val="6C6C62"/>
      </a:folHlink>
    </a:clrScheme>
    <a:fontScheme name="Uni-Bonn">
      <a:majorFont>
        <a:latin typeface="Exo 2"/>
        <a:ea typeface=""/>
        <a:cs typeface="Calibri"/>
      </a:majorFont>
      <a:minorFont>
        <a:latin typeface="Calibri"/>
        <a:ea typeface=""/>
        <a:cs typeface="Calibri"/>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solidFill>
        <a:ln>
          <a:noFill/>
        </a:ln>
      </a:spPr>
      <a:bodyPr rtlCol="0" anchor="ctr"/>
      <a:lstStyle>
        <a:defPPr algn="ctr">
          <a:defRPr sz="1400" dirty="0" err="1" smtClean="0">
            <a:solidFill>
              <a:schemeClr val="accent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16000" indent="-216000">
          <a:spcAft>
            <a:spcPts val="420"/>
          </a:spcAft>
          <a:buFont typeface="Calibri" panose="020F0502020204030204" pitchFamily="34" charset="0"/>
          <a:buChar char="−"/>
          <a:defRPr sz="1400" dirty="0" err="1" smtClean="0">
            <a:solidFill>
              <a:schemeClr val="accent2"/>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otalTime>0</ns0:TotalTime>
  <ns0:Words>13</ns0:Words>
  <ns0:Application>Microsoft Office PowerPoint</ns0:Application>
  <ns0:PresentationFormat>Widescreen</ns0:PresentationFormat>
  <ns0:Paragraphs>7</ns0:Paragraphs>
  <ns0:Slides>13</ns0:Slides>
  <ns0:Notes>1</ns0:Notes>
  <ns0:HiddenSlides>13</ns0:HiddenSlides>
  <ns0:MMClips>0</ns0:MMClips>
  <ns0:ScaleCrop>false</ns0:ScaleCrop>
  <ns0:HeadingPairs>
    <ns1:vector size="6" baseType="variant">
      <ns1:variant>
        <ns1:lpstr>Fonts Used</ns1:lpstr>
      </ns1:variant>
      <ns1:variant>
        <ns1:i4>4</ns1:i4>
      </ns1:variant>
      <ns1:variant>
        <ns1:lpstr>Theme</ns1:lpstr>
      </ns1:variant>
      <ns1:variant>
        <ns1:i4>1</ns1:i4>
      </ns1:variant>
      <ns1:variant>
        <ns1:lpstr>Slide Titles</ns1:lpstr>
      </ns1:variant>
      <ns1:variant>
        <ns1:i4>5</ns1:i4>
      </ns1:variant>
    </ns1:vector>
  </ns0:HeadingPairs>
  <ns0:TitlesOfParts>
    <ns1:vector size="10" baseType="lpstr">
      <ns1:lpstr>Arial</ns1:lpstr>
      <ns1:lpstr>Calibri</ns1:lpstr>
      <ns1:lpstr>Exo 2</ns1:lpstr>
      <ns1:lpstr>Exo 2 Semi Bold</ns1:lpstr>
      <ns1:lpstr>Uni_Bonn_2017</ns1:lpstr>
      <ns1:lpstr>PowerPoint Presentation</ns1:lpstr>
      <ns1:lpstr>PowerPoint Presentation</ns1:lpstr>
      <ns1:lpstr>PowerPoint Presentation</ns1:lpstr>
      <ns1:lpstr>PowerPoint Presentation</ns1:lpstr>
      <ns1:lpstr>PowerPoint Presentation</ns1:lpstr>
    </ns1:vector>
  </ns0:TitlesOfParts>
  <ns0:LinksUpToDate>false</ns0:LinksUpToDate>
  <ns0:SharedDoc>false</ns0:SharedDoc>
  <ns0:HyperlinksChanged>false</ns0:HyperlinksChanged>
  <ns0:AppVersion>16.0000</ns0:AppVersion>
</ns0: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 Ines Estevez Magnasco</dc:creator>
  <cp:lastModifiedBy>Ana Ines Estevez Magnasco</cp:lastModifiedBy>
  <cp:revision>1</cp:revision>
  <dcterms:created xsi:type="dcterms:W3CDTF">2023-09-25T07:13:58Z</dcterms:created>
  <dcterms:modified xsi:type="dcterms:W3CDTF">2023-09-25T07:14:32Z</dcterms:modified>
</cp:coreProperties>
</file>